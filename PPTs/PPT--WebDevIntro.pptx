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8288000" cy="10287000"/>
  <p:notesSz cx="6858000" cy="9144000"/>
  <p:embeddedFontLst>
    <p:embeddedFont>
      <p:font typeface="Anton" pitchFamily="2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DM Serif Display" panose="020F0502020204030204" pitchFamily="2" charset="0"/>
      <p:regular r:id="rId16"/>
    </p:embeddedFont>
    <p:embeddedFont>
      <p:font typeface="Inter" panose="020B0604020202020204" charset="0"/>
      <p:regular r:id="rId17"/>
    </p:embeddedFont>
    <p:embeddedFont>
      <p:font typeface="Inter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22-Oct-26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8324">
            <a:off x="1153800" y="7869185"/>
            <a:ext cx="969389" cy="1306774"/>
          </a:xfrm>
          <a:custGeom>
            <a:avLst/>
            <a:gdLst/>
            <a:ahLst/>
            <a:cxnLst/>
            <a:rect l="l" t="t" r="r" b="b"/>
            <a:pathLst>
              <a:path w="969389" h="1306774">
                <a:moveTo>
                  <a:pt x="0" y="0"/>
                </a:moveTo>
                <a:lnTo>
                  <a:pt x="969389" y="0"/>
                </a:lnTo>
                <a:lnTo>
                  <a:pt x="969389" y="1306774"/>
                </a:lnTo>
                <a:lnTo>
                  <a:pt x="0" y="13067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414666" y="2166144"/>
            <a:ext cx="1127677" cy="1127677"/>
          </a:xfrm>
          <a:custGeom>
            <a:avLst/>
            <a:gdLst/>
            <a:ahLst/>
            <a:cxnLst/>
            <a:rect l="l" t="t" r="r" b="b"/>
            <a:pathLst>
              <a:path w="1127677" h="1127677">
                <a:moveTo>
                  <a:pt x="0" y="0"/>
                </a:moveTo>
                <a:lnTo>
                  <a:pt x="1127677" y="0"/>
                </a:lnTo>
                <a:lnTo>
                  <a:pt x="1127677" y="1127677"/>
                </a:lnTo>
                <a:lnTo>
                  <a:pt x="0" y="11276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1638494" y="2428900"/>
            <a:ext cx="7096994" cy="5429201"/>
          </a:xfrm>
          <a:custGeom>
            <a:avLst/>
            <a:gdLst/>
            <a:ahLst/>
            <a:cxnLst/>
            <a:rect l="l" t="t" r="r" b="b"/>
            <a:pathLst>
              <a:path w="7096994" h="5429201">
                <a:moveTo>
                  <a:pt x="0" y="0"/>
                </a:moveTo>
                <a:lnTo>
                  <a:pt x="7096995" y="0"/>
                </a:lnTo>
                <a:lnTo>
                  <a:pt x="7096995" y="5429200"/>
                </a:lnTo>
                <a:lnTo>
                  <a:pt x="0" y="542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5496878" y="5260658"/>
            <a:ext cx="1707833" cy="1183005"/>
            <a:chOff x="0" y="0"/>
            <a:chExt cx="2277110" cy="1577340"/>
          </a:xfrm>
        </p:grpSpPr>
        <p:sp>
          <p:nvSpPr>
            <p:cNvPr id="6" name="Freeform 6"/>
            <p:cNvSpPr/>
            <p:nvPr/>
          </p:nvSpPr>
          <p:spPr>
            <a:xfrm>
              <a:off x="50800" y="50470"/>
              <a:ext cx="2174596" cy="1484800"/>
            </a:xfrm>
            <a:custGeom>
              <a:avLst/>
              <a:gdLst/>
              <a:ahLst/>
              <a:cxnLst/>
              <a:rect l="l" t="t" r="r" b="b"/>
              <a:pathLst>
                <a:path w="2174596" h="1484800">
                  <a:moveTo>
                    <a:pt x="0" y="1307160"/>
                  </a:moveTo>
                  <a:cubicBezTo>
                    <a:pt x="554990" y="863930"/>
                    <a:pt x="659130" y="827100"/>
                    <a:pt x="745490" y="776300"/>
                  </a:cubicBezTo>
                  <a:cubicBezTo>
                    <a:pt x="816610" y="733120"/>
                    <a:pt x="866140" y="700100"/>
                    <a:pt x="933450" y="653110"/>
                  </a:cubicBezTo>
                  <a:cubicBezTo>
                    <a:pt x="1018540" y="593420"/>
                    <a:pt x="1123950" y="510870"/>
                    <a:pt x="1209040" y="444830"/>
                  </a:cubicBezTo>
                  <a:cubicBezTo>
                    <a:pt x="1285240" y="385140"/>
                    <a:pt x="1352550" y="324180"/>
                    <a:pt x="1419860" y="270840"/>
                  </a:cubicBezTo>
                  <a:cubicBezTo>
                    <a:pt x="1482090" y="222580"/>
                    <a:pt x="1550670" y="178130"/>
                    <a:pt x="1601470" y="138760"/>
                  </a:cubicBezTo>
                  <a:cubicBezTo>
                    <a:pt x="1642110" y="107010"/>
                    <a:pt x="1677670" y="73990"/>
                    <a:pt x="1705610" y="53670"/>
                  </a:cubicBezTo>
                  <a:cubicBezTo>
                    <a:pt x="1723390" y="39700"/>
                    <a:pt x="1734820" y="30810"/>
                    <a:pt x="1751330" y="23190"/>
                  </a:cubicBezTo>
                  <a:cubicBezTo>
                    <a:pt x="1767840" y="15570"/>
                    <a:pt x="1785620" y="9220"/>
                    <a:pt x="1803400" y="5410"/>
                  </a:cubicBezTo>
                  <a:cubicBezTo>
                    <a:pt x="1821180" y="1600"/>
                    <a:pt x="1840230" y="-940"/>
                    <a:pt x="1858010" y="330"/>
                  </a:cubicBezTo>
                  <a:cubicBezTo>
                    <a:pt x="1875790" y="330"/>
                    <a:pt x="1894840" y="2870"/>
                    <a:pt x="1912620" y="7950"/>
                  </a:cubicBezTo>
                  <a:cubicBezTo>
                    <a:pt x="1929130" y="13030"/>
                    <a:pt x="1946910" y="19380"/>
                    <a:pt x="1963420" y="28270"/>
                  </a:cubicBezTo>
                  <a:cubicBezTo>
                    <a:pt x="1978660" y="37160"/>
                    <a:pt x="1993900" y="48590"/>
                    <a:pt x="2007870" y="61290"/>
                  </a:cubicBezTo>
                  <a:cubicBezTo>
                    <a:pt x="2020570" y="73990"/>
                    <a:pt x="2034540" y="89230"/>
                    <a:pt x="2042160" y="103200"/>
                  </a:cubicBezTo>
                  <a:cubicBezTo>
                    <a:pt x="2049780" y="113360"/>
                    <a:pt x="2054860" y="128600"/>
                    <a:pt x="2057400" y="132410"/>
                  </a:cubicBezTo>
                  <a:cubicBezTo>
                    <a:pt x="2057400" y="133680"/>
                    <a:pt x="2057400" y="132410"/>
                    <a:pt x="2058670" y="133680"/>
                  </a:cubicBezTo>
                  <a:cubicBezTo>
                    <a:pt x="2059940" y="134950"/>
                    <a:pt x="2066290" y="137490"/>
                    <a:pt x="2071370" y="140030"/>
                  </a:cubicBezTo>
                  <a:cubicBezTo>
                    <a:pt x="2077720" y="145110"/>
                    <a:pt x="2084070" y="154000"/>
                    <a:pt x="2090420" y="160350"/>
                  </a:cubicBezTo>
                  <a:cubicBezTo>
                    <a:pt x="2098040" y="166700"/>
                    <a:pt x="2106930" y="173050"/>
                    <a:pt x="2112010" y="179400"/>
                  </a:cubicBezTo>
                  <a:cubicBezTo>
                    <a:pt x="2115820" y="183210"/>
                    <a:pt x="2117090" y="187020"/>
                    <a:pt x="2119630" y="190830"/>
                  </a:cubicBezTo>
                  <a:cubicBezTo>
                    <a:pt x="2122170" y="194640"/>
                    <a:pt x="2125980" y="197180"/>
                    <a:pt x="2129790" y="202260"/>
                  </a:cubicBezTo>
                  <a:cubicBezTo>
                    <a:pt x="2133600" y="208610"/>
                    <a:pt x="2137410" y="218770"/>
                    <a:pt x="2141220" y="227660"/>
                  </a:cubicBezTo>
                  <a:cubicBezTo>
                    <a:pt x="2146300" y="235280"/>
                    <a:pt x="2153920" y="244170"/>
                    <a:pt x="2156460" y="251790"/>
                  </a:cubicBezTo>
                  <a:cubicBezTo>
                    <a:pt x="2157730" y="256870"/>
                    <a:pt x="2157730" y="260680"/>
                    <a:pt x="2159000" y="265760"/>
                  </a:cubicBezTo>
                  <a:cubicBezTo>
                    <a:pt x="2160270" y="269570"/>
                    <a:pt x="2164080" y="273380"/>
                    <a:pt x="2165350" y="278460"/>
                  </a:cubicBezTo>
                  <a:cubicBezTo>
                    <a:pt x="2167890" y="286080"/>
                    <a:pt x="2166620" y="297510"/>
                    <a:pt x="2167890" y="306400"/>
                  </a:cubicBezTo>
                  <a:cubicBezTo>
                    <a:pt x="2170430" y="316560"/>
                    <a:pt x="2174240" y="326720"/>
                    <a:pt x="2174240" y="334340"/>
                  </a:cubicBezTo>
                  <a:cubicBezTo>
                    <a:pt x="2175510" y="340690"/>
                    <a:pt x="2172970" y="344500"/>
                    <a:pt x="2172970" y="348310"/>
                  </a:cubicBezTo>
                  <a:cubicBezTo>
                    <a:pt x="2172970" y="353390"/>
                    <a:pt x="2175510" y="357200"/>
                    <a:pt x="2174240" y="363550"/>
                  </a:cubicBezTo>
                  <a:cubicBezTo>
                    <a:pt x="2174240" y="371170"/>
                    <a:pt x="2170430" y="381330"/>
                    <a:pt x="2169160" y="390220"/>
                  </a:cubicBezTo>
                  <a:cubicBezTo>
                    <a:pt x="2166620" y="400380"/>
                    <a:pt x="2167890" y="411810"/>
                    <a:pt x="2165350" y="419430"/>
                  </a:cubicBezTo>
                  <a:cubicBezTo>
                    <a:pt x="2164080" y="424510"/>
                    <a:pt x="2161540" y="427050"/>
                    <a:pt x="2160270" y="432130"/>
                  </a:cubicBezTo>
                  <a:cubicBezTo>
                    <a:pt x="2157730" y="435940"/>
                    <a:pt x="2159000" y="441020"/>
                    <a:pt x="2156460" y="446100"/>
                  </a:cubicBezTo>
                  <a:cubicBezTo>
                    <a:pt x="2153920" y="452450"/>
                    <a:pt x="2146300" y="461340"/>
                    <a:pt x="2142490" y="470230"/>
                  </a:cubicBezTo>
                  <a:cubicBezTo>
                    <a:pt x="2137410" y="479120"/>
                    <a:pt x="2134870" y="489280"/>
                    <a:pt x="2129790" y="495630"/>
                  </a:cubicBezTo>
                  <a:cubicBezTo>
                    <a:pt x="2127250" y="500710"/>
                    <a:pt x="2123440" y="503250"/>
                    <a:pt x="2120900" y="507060"/>
                  </a:cubicBezTo>
                  <a:cubicBezTo>
                    <a:pt x="2117090" y="509600"/>
                    <a:pt x="2117090" y="514680"/>
                    <a:pt x="2113280" y="518490"/>
                  </a:cubicBezTo>
                  <a:cubicBezTo>
                    <a:pt x="2108200" y="524840"/>
                    <a:pt x="2098040" y="531190"/>
                    <a:pt x="2091690" y="537540"/>
                  </a:cubicBezTo>
                  <a:cubicBezTo>
                    <a:pt x="2084070" y="543890"/>
                    <a:pt x="2077720" y="552780"/>
                    <a:pt x="2071370" y="557860"/>
                  </a:cubicBezTo>
                  <a:cubicBezTo>
                    <a:pt x="2067560" y="561670"/>
                    <a:pt x="2063750" y="561670"/>
                    <a:pt x="2058670" y="564210"/>
                  </a:cubicBezTo>
                  <a:cubicBezTo>
                    <a:pt x="2054860" y="566750"/>
                    <a:pt x="2053590" y="570560"/>
                    <a:pt x="2048510" y="573100"/>
                  </a:cubicBezTo>
                  <a:cubicBezTo>
                    <a:pt x="2042160" y="578180"/>
                    <a:pt x="2030730" y="580720"/>
                    <a:pt x="2021840" y="584530"/>
                  </a:cubicBezTo>
                  <a:cubicBezTo>
                    <a:pt x="2012950" y="588340"/>
                    <a:pt x="2002790" y="595960"/>
                    <a:pt x="1996440" y="597230"/>
                  </a:cubicBezTo>
                  <a:cubicBezTo>
                    <a:pt x="1993900" y="598500"/>
                    <a:pt x="1992630" y="595960"/>
                    <a:pt x="1990090" y="597230"/>
                  </a:cubicBezTo>
                  <a:cubicBezTo>
                    <a:pt x="1985010" y="597230"/>
                    <a:pt x="1978660" y="603580"/>
                    <a:pt x="1969770" y="604850"/>
                  </a:cubicBezTo>
                  <a:cubicBezTo>
                    <a:pt x="1950720" y="609930"/>
                    <a:pt x="1902460" y="612470"/>
                    <a:pt x="1884680" y="609930"/>
                  </a:cubicBezTo>
                  <a:cubicBezTo>
                    <a:pt x="1877060" y="608660"/>
                    <a:pt x="1875790" y="603580"/>
                    <a:pt x="1869440" y="606120"/>
                  </a:cubicBezTo>
                  <a:cubicBezTo>
                    <a:pt x="1851660" y="612470"/>
                    <a:pt x="1823720" y="672160"/>
                    <a:pt x="1793240" y="711530"/>
                  </a:cubicBezTo>
                  <a:cubicBezTo>
                    <a:pt x="1752600" y="764870"/>
                    <a:pt x="1696720" y="834720"/>
                    <a:pt x="1643380" y="893140"/>
                  </a:cubicBezTo>
                  <a:cubicBezTo>
                    <a:pt x="1588770" y="954100"/>
                    <a:pt x="1537970" y="1016330"/>
                    <a:pt x="1470660" y="1068400"/>
                  </a:cubicBezTo>
                  <a:cubicBezTo>
                    <a:pt x="1395730" y="1125550"/>
                    <a:pt x="1294130" y="1173810"/>
                    <a:pt x="1209040" y="1219530"/>
                  </a:cubicBezTo>
                  <a:cubicBezTo>
                    <a:pt x="1129030" y="1262710"/>
                    <a:pt x="1055370" y="1304620"/>
                    <a:pt x="974090" y="1338910"/>
                  </a:cubicBezTo>
                  <a:cubicBezTo>
                    <a:pt x="891540" y="1374470"/>
                    <a:pt x="801370" y="1404950"/>
                    <a:pt x="718820" y="1427810"/>
                  </a:cubicBezTo>
                  <a:cubicBezTo>
                    <a:pt x="641350" y="1449400"/>
                    <a:pt x="571500" y="1467180"/>
                    <a:pt x="494030" y="1474800"/>
                  </a:cubicBezTo>
                  <a:cubicBezTo>
                    <a:pt x="412750" y="1482420"/>
                    <a:pt x="321310" y="1495120"/>
                    <a:pt x="241300" y="1469720"/>
                  </a:cubicBezTo>
                  <a:cubicBezTo>
                    <a:pt x="156210" y="1443050"/>
                    <a:pt x="0" y="1307160"/>
                    <a:pt x="0" y="13071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9465079" y="3054039"/>
            <a:ext cx="8046720" cy="3291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480"/>
              </a:lnSpc>
            </a:pPr>
            <a:r>
              <a:rPr sz="9600" dirty="0">
                <a:solidFill>
                  <a:srgbClr val="000000"/>
                </a:solidFill>
                <a:latin typeface="Anton"/>
              </a:rPr>
              <a:t>WEB DEVELOPMENT</a:t>
            </a:r>
          </a:p>
          <a:p>
            <a:r>
              <a:rPr sz="10400" dirty="0">
                <a:solidFill>
                  <a:srgbClr val="000000"/>
                </a:solidFill>
                <a:latin typeface="Anton"/>
              </a:rPr>
              <a:t>FUNDAMENTALS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65079" y="7890758"/>
            <a:ext cx="7107899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200">
                <a:solidFill>
                  <a:srgbClr val="222222"/>
                </a:solidFill>
                <a:latin typeface="Inter"/>
              </a:rPr>
              <a:t>Skill Lab Module 1: Full-Stack Architecture, Client-Server Cycle &amp; Developer Tools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97890" y="990600"/>
            <a:ext cx="1350178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822632" y="5468303"/>
            <a:ext cx="344805" cy="291465"/>
            <a:chOff x="0" y="0"/>
            <a:chExt cx="459740" cy="388620"/>
          </a:xfrm>
        </p:grpSpPr>
        <p:sp>
          <p:nvSpPr>
            <p:cNvPr id="13" name="Freeform 13"/>
            <p:cNvSpPr/>
            <p:nvPr/>
          </p:nvSpPr>
          <p:spPr>
            <a:xfrm>
              <a:off x="50603" y="48577"/>
              <a:ext cx="357305" cy="288158"/>
            </a:xfrm>
            <a:custGeom>
              <a:avLst/>
              <a:gdLst/>
              <a:ahLst/>
              <a:cxnLst/>
              <a:rect l="l" t="t" r="r" b="b"/>
              <a:pathLst>
                <a:path w="357305" h="288158">
                  <a:moveTo>
                    <a:pt x="20517" y="159703"/>
                  </a:moveTo>
                  <a:cubicBezTo>
                    <a:pt x="260547" y="63183"/>
                    <a:pt x="282137" y="45403"/>
                    <a:pt x="294837" y="31433"/>
                  </a:cubicBezTo>
                  <a:cubicBezTo>
                    <a:pt x="301187" y="22543"/>
                    <a:pt x="298647" y="9843"/>
                    <a:pt x="306267" y="6033"/>
                  </a:cubicBezTo>
                  <a:cubicBezTo>
                    <a:pt x="313887" y="-317"/>
                    <a:pt x="334207" y="-1587"/>
                    <a:pt x="341827" y="3493"/>
                  </a:cubicBezTo>
                  <a:cubicBezTo>
                    <a:pt x="350717" y="7303"/>
                    <a:pt x="357067" y="20003"/>
                    <a:pt x="357067" y="28893"/>
                  </a:cubicBezTo>
                  <a:cubicBezTo>
                    <a:pt x="358337" y="37783"/>
                    <a:pt x="354527" y="46673"/>
                    <a:pt x="345637" y="55563"/>
                  </a:cubicBezTo>
                  <a:cubicBezTo>
                    <a:pt x="325317" y="78423"/>
                    <a:pt x="218637" y="106363"/>
                    <a:pt x="207207" y="133033"/>
                  </a:cubicBezTo>
                  <a:cubicBezTo>
                    <a:pt x="200857" y="147003"/>
                    <a:pt x="208477" y="167323"/>
                    <a:pt x="218637" y="177483"/>
                  </a:cubicBezTo>
                  <a:cubicBezTo>
                    <a:pt x="233877" y="190183"/>
                    <a:pt x="284677" y="180023"/>
                    <a:pt x="301187" y="190183"/>
                  </a:cubicBezTo>
                  <a:cubicBezTo>
                    <a:pt x="311347" y="195263"/>
                    <a:pt x="318967" y="205423"/>
                    <a:pt x="320237" y="215583"/>
                  </a:cubicBezTo>
                  <a:cubicBezTo>
                    <a:pt x="321507" y="225743"/>
                    <a:pt x="313887" y="239713"/>
                    <a:pt x="302457" y="249873"/>
                  </a:cubicBezTo>
                  <a:cubicBezTo>
                    <a:pt x="285947" y="266383"/>
                    <a:pt x="236417" y="290513"/>
                    <a:pt x="214827" y="287973"/>
                  </a:cubicBezTo>
                  <a:cubicBezTo>
                    <a:pt x="200857" y="285433"/>
                    <a:pt x="185617" y="271463"/>
                    <a:pt x="183077" y="261303"/>
                  </a:cubicBezTo>
                  <a:cubicBezTo>
                    <a:pt x="180537" y="249873"/>
                    <a:pt x="190697" y="228283"/>
                    <a:pt x="199587" y="221933"/>
                  </a:cubicBezTo>
                  <a:cubicBezTo>
                    <a:pt x="208477" y="216853"/>
                    <a:pt x="223717" y="218123"/>
                    <a:pt x="232607" y="221933"/>
                  </a:cubicBezTo>
                  <a:cubicBezTo>
                    <a:pt x="238957" y="224473"/>
                    <a:pt x="245307" y="230823"/>
                    <a:pt x="247847" y="237173"/>
                  </a:cubicBezTo>
                  <a:cubicBezTo>
                    <a:pt x="251657" y="246063"/>
                    <a:pt x="250387" y="262573"/>
                    <a:pt x="246577" y="270193"/>
                  </a:cubicBezTo>
                  <a:cubicBezTo>
                    <a:pt x="244037" y="276543"/>
                    <a:pt x="237687" y="282893"/>
                    <a:pt x="230067" y="285433"/>
                  </a:cubicBezTo>
                  <a:cubicBezTo>
                    <a:pt x="219907" y="287973"/>
                    <a:pt x="195777" y="282893"/>
                    <a:pt x="189427" y="274003"/>
                  </a:cubicBezTo>
                  <a:cubicBezTo>
                    <a:pt x="181807" y="265113"/>
                    <a:pt x="180537" y="244793"/>
                    <a:pt x="188157" y="232093"/>
                  </a:cubicBezTo>
                  <a:cubicBezTo>
                    <a:pt x="202127" y="211773"/>
                    <a:pt x="271977" y="185103"/>
                    <a:pt x="293567" y="186373"/>
                  </a:cubicBezTo>
                  <a:cubicBezTo>
                    <a:pt x="303727" y="187643"/>
                    <a:pt x="310077" y="192723"/>
                    <a:pt x="313887" y="200343"/>
                  </a:cubicBezTo>
                  <a:cubicBezTo>
                    <a:pt x="318967" y="209233"/>
                    <a:pt x="317697" y="237173"/>
                    <a:pt x="310077" y="244793"/>
                  </a:cubicBezTo>
                  <a:cubicBezTo>
                    <a:pt x="299917" y="253683"/>
                    <a:pt x="273247" y="249873"/>
                    <a:pt x="252927" y="247333"/>
                  </a:cubicBezTo>
                  <a:cubicBezTo>
                    <a:pt x="228797" y="244793"/>
                    <a:pt x="195777" y="240983"/>
                    <a:pt x="175457" y="225743"/>
                  </a:cubicBezTo>
                  <a:cubicBezTo>
                    <a:pt x="153867" y="209233"/>
                    <a:pt x="125927" y="172403"/>
                    <a:pt x="127197" y="147003"/>
                  </a:cubicBezTo>
                  <a:cubicBezTo>
                    <a:pt x="127197" y="124143"/>
                    <a:pt x="152597" y="98743"/>
                    <a:pt x="169107" y="82233"/>
                  </a:cubicBezTo>
                  <a:cubicBezTo>
                    <a:pt x="184347" y="66993"/>
                    <a:pt x="198317" y="59373"/>
                    <a:pt x="217367" y="47943"/>
                  </a:cubicBezTo>
                  <a:cubicBezTo>
                    <a:pt x="242767" y="32703"/>
                    <a:pt x="289757" y="6033"/>
                    <a:pt x="312617" y="2223"/>
                  </a:cubicBezTo>
                  <a:cubicBezTo>
                    <a:pt x="325317" y="-317"/>
                    <a:pt x="335477" y="-1587"/>
                    <a:pt x="341827" y="3493"/>
                  </a:cubicBezTo>
                  <a:cubicBezTo>
                    <a:pt x="350717" y="8573"/>
                    <a:pt x="357067" y="25083"/>
                    <a:pt x="357067" y="36513"/>
                  </a:cubicBezTo>
                  <a:cubicBezTo>
                    <a:pt x="357067" y="49213"/>
                    <a:pt x="345637" y="63183"/>
                    <a:pt x="334207" y="77153"/>
                  </a:cubicBezTo>
                  <a:cubicBezTo>
                    <a:pt x="316427" y="97473"/>
                    <a:pt x="289757" y="119063"/>
                    <a:pt x="255467" y="139383"/>
                  </a:cubicBezTo>
                  <a:cubicBezTo>
                    <a:pt x="202127" y="169863"/>
                    <a:pt x="81477" y="230823"/>
                    <a:pt x="39567" y="225743"/>
                  </a:cubicBezTo>
                  <a:cubicBezTo>
                    <a:pt x="20517" y="224473"/>
                    <a:pt x="4007" y="211773"/>
                    <a:pt x="197" y="201613"/>
                  </a:cubicBezTo>
                  <a:cubicBezTo>
                    <a:pt x="-2343" y="190183"/>
                    <a:pt x="20517" y="159703"/>
                    <a:pt x="20517" y="15970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84532" y="5201603"/>
            <a:ext cx="394335" cy="422910"/>
            <a:chOff x="0" y="0"/>
            <a:chExt cx="525780" cy="563880"/>
          </a:xfrm>
        </p:grpSpPr>
        <p:sp>
          <p:nvSpPr>
            <p:cNvPr id="15" name="Freeform 15"/>
            <p:cNvSpPr/>
            <p:nvPr/>
          </p:nvSpPr>
          <p:spPr>
            <a:xfrm>
              <a:off x="50800" y="47208"/>
              <a:ext cx="424180" cy="470220"/>
            </a:xfrm>
            <a:custGeom>
              <a:avLst/>
              <a:gdLst/>
              <a:ahLst/>
              <a:cxnLst/>
              <a:rect l="l" t="t" r="r" b="b"/>
              <a:pathLst>
                <a:path w="424180" h="470220">
                  <a:moveTo>
                    <a:pt x="114300" y="454442"/>
                  </a:moveTo>
                  <a:cubicBezTo>
                    <a:pt x="222250" y="406182"/>
                    <a:pt x="323850" y="387132"/>
                    <a:pt x="335280" y="397292"/>
                  </a:cubicBezTo>
                  <a:cubicBezTo>
                    <a:pt x="339090" y="399832"/>
                    <a:pt x="339090" y="406182"/>
                    <a:pt x="336550" y="409992"/>
                  </a:cubicBezTo>
                  <a:cubicBezTo>
                    <a:pt x="323850" y="425232"/>
                    <a:pt x="144780" y="439202"/>
                    <a:pt x="146050" y="446822"/>
                  </a:cubicBezTo>
                  <a:cubicBezTo>
                    <a:pt x="146050" y="456982"/>
                    <a:pt x="424180" y="454442"/>
                    <a:pt x="424180" y="456982"/>
                  </a:cubicBezTo>
                  <a:cubicBezTo>
                    <a:pt x="424180" y="459522"/>
                    <a:pt x="278130" y="479842"/>
                    <a:pt x="246380" y="464602"/>
                  </a:cubicBezTo>
                  <a:cubicBezTo>
                    <a:pt x="229870" y="456982"/>
                    <a:pt x="226060" y="448092"/>
                    <a:pt x="218440" y="427772"/>
                  </a:cubicBezTo>
                  <a:cubicBezTo>
                    <a:pt x="199390" y="374432"/>
                    <a:pt x="212090" y="155992"/>
                    <a:pt x="201930" y="96302"/>
                  </a:cubicBezTo>
                  <a:cubicBezTo>
                    <a:pt x="196850" y="73442"/>
                    <a:pt x="200660" y="62012"/>
                    <a:pt x="186690" y="50582"/>
                  </a:cubicBezTo>
                  <a:cubicBezTo>
                    <a:pt x="160020" y="25182"/>
                    <a:pt x="0" y="21372"/>
                    <a:pt x="0" y="13752"/>
                  </a:cubicBezTo>
                  <a:cubicBezTo>
                    <a:pt x="1270" y="7402"/>
                    <a:pt x="92710" y="-6568"/>
                    <a:pt x="132080" y="3592"/>
                  </a:cubicBezTo>
                  <a:cubicBezTo>
                    <a:pt x="170180" y="12482"/>
                    <a:pt x="217170" y="40422"/>
                    <a:pt x="232410" y="64552"/>
                  </a:cubicBezTo>
                  <a:cubicBezTo>
                    <a:pt x="243840" y="81062"/>
                    <a:pt x="242570" y="106462"/>
                    <a:pt x="237490" y="120432"/>
                  </a:cubicBezTo>
                  <a:cubicBezTo>
                    <a:pt x="233680" y="131862"/>
                    <a:pt x="210820" y="140752"/>
                    <a:pt x="213360" y="147102"/>
                  </a:cubicBezTo>
                  <a:cubicBezTo>
                    <a:pt x="215900" y="155992"/>
                    <a:pt x="273050" y="140752"/>
                    <a:pt x="280670" y="155992"/>
                  </a:cubicBezTo>
                  <a:cubicBezTo>
                    <a:pt x="294640" y="181392"/>
                    <a:pt x="222250" y="288072"/>
                    <a:pt x="196850" y="332522"/>
                  </a:cubicBezTo>
                  <a:cubicBezTo>
                    <a:pt x="180340" y="361732"/>
                    <a:pt x="161290" y="399832"/>
                    <a:pt x="151130" y="402372"/>
                  </a:cubicBezTo>
                  <a:cubicBezTo>
                    <a:pt x="146050" y="403642"/>
                    <a:pt x="140970" y="399832"/>
                    <a:pt x="139700" y="394752"/>
                  </a:cubicBezTo>
                  <a:cubicBezTo>
                    <a:pt x="134620" y="374432"/>
                    <a:pt x="218440" y="228382"/>
                    <a:pt x="246380" y="190282"/>
                  </a:cubicBezTo>
                  <a:cubicBezTo>
                    <a:pt x="259080" y="171232"/>
                    <a:pt x="283210" y="162342"/>
                    <a:pt x="280670" y="154722"/>
                  </a:cubicBezTo>
                  <a:cubicBezTo>
                    <a:pt x="278130" y="145832"/>
                    <a:pt x="222250" y="159802"/>
                    <a:pt x="213360" y="147102"/>
                  </a:cubicBezTo>
                  <a:cubicBezTo>
                    <a:pt x="201930" y="133132"/>
                    <a:pt x="231140" y="91222"/>
                    <a:pt x="223520" y="70902"/>
                  </a:cubicBezTo>
                  <a:cubicBezTo>
                    <a:pt x="215900" y="53122"/>
                    <a:pt x="189230" y="41692"/>
                    <a:pt x="172720" y="31532"/>
                  </a:cubicBezTo>
                  <a:cubicBezTo>
                    <a:pt x="158750" y="23912"/>
                    <a:pt x="149860" y="18832"/>
                    <a:pt x="132080" y="16292"/>
                  </a:cubicBezTo>
                  <a:cubicBezTo>
                    <a:pt x="101600" y="11212"/>
                    <a:pt x="16510" y="27722"/>
                    <a:pt x="6350" y="18832"/>
                  </a:cubicBezTo>
                  <a:cubicBezTo>
                    <a:pt x="2540" y="15022"/>
                    <a:pt x="2540" y="8672"/>
                    <a:pt x="6350" y="6132"/>
                  </a:cubicBezTo>
                  <a:cubicBezTo>
                    <a:pt x="19050" y="-5298"/>
                    <a:pt x="165100" y="16292"/>
                    <a:pt x="194310" y="41692"/>
                  </a:cubicBezTo>
                  <a:cubicBezTo>
                    <a:pt x="210820" y="55662"/>
                    <a:pt x="208280" y="69632"/>
                    <a:pt x="214630" y="95032"/>
                  </a:cubicBezTo>
                  <a:cubicBezTo>
                    <a:pt x="226060" y="157262"/>
                    <a:pt x="213360" y="369352"/>
                    <a:pt x="229870" y="421422"/>
                  </a:cubicBezTo>
                  <a:cubicBezTo>
                    <a:pt x="234950" y="439202"/>
                    <a:pt x="237490" y="446822"/>
                    <a:pt x="251460" y="454442"/>
                  </a:cubicBezTo>
                  <a:cubicBezTo>
                    <a:pt x="279400" y="470952"/>
                    <a:pt x="424180" y="456982"/>
                    <a:pt x="424180" y="456982"/>
                  </a:cubicBezTo>
                  <a:cubicBezTo>
                    <a:pt x="424180" y="458252"/>
                    <a:pt x="167640" y="473492"/>
                    <a:pt x="140970" y="456982"/>
                  </a:cubicBezTo>
                  <a:cubicBezTo>
                    <a:pt x="135890" y="453172"/>
                    <a:pt x="133350" y="448092"/>
                    <a:pt x="134620" y="443012"/>
                  </a:cubicBezTo>
                  <a:cubicBezTo>
                    <a:pt x="138430" y="432852"/>
                    <a:pt x="186690" y="420152"/>
                    <a:pt x="214630" y="412532"/>
                  </a:cubicBezTo>
                  <a:cubicBezTo>
                    <a:pt x="246380" y="403642"/>
                    <a:pt x="290830" y="394752"/>
                    <a:pt x="312420" y="394752"/>
                  </a:cubicBezTo>
                  <a:cubicBezTo>
                    <a:pt x="323850" y="394752"/>
                    <a:pt x="335280" y="394752"/>
                    <a:pt x="337820" y="398562"/>
                  </a:cubicBezTo>
                  <a:cubicBezTo>
                    <a:pt x="340360" y="401102"/>
                    <a:pt x="339090" y="406182"/>
                    <a:pt x="336550" y="409992"/>
                  </a:cubicBezTo>
                  <a:cubicBezTo>
                    <a:pt x="322580" y="421422"/>
                    <a:pt x="226060" y="417612"/>
                    <a:pt x="187960" y="430312"/>
                  </a:cubicBezTo>
                  <a:cubicBezTo>
                    <a:pt x="160020" y="439202"/>
                    <a:pt x="129540" y="468412"/>
                    <a:pt x="120650" y="465872"/>
                  </a:cubicBezTo>
                  <a:cubicBezTo>
                    <a:pt x="115570" y="464602"/>
                    <a:pt x="114300" y="454442"/>
                    <a:pt x="114300" y="454442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862638" y="5096828"/>
            <a:ext cx="480060" cy="581978"/>
            <a:chOff x="0" y="0"/>
            <a:chExt cx="640080" cy="775970"/>
          </a:xfrm>
        </p:grpSpPr>
        <p:sp>
          <p:nvSpPr>
            <p:cNvPr id="17" name="Freeform 17"/>
            <p:cNvSpPr/>
            <p:nvPr/>
          </p:nvSpPr>
          <p:spPr>
            <a:xfrm>
              <a:off x="48788" y="50559"/>
              <a:ext cx="540655" cy="675406"/>
            </a:xfrm>
            <a:custGeom>
              <a:avLst/>
              <a:gdLst/>
              <a:ahLst/>
              <a:cxnLst/>
              <a:rect l="l" t="t" r="r" b="b"/>
              <a:pathLst>
                <a:path w="540655" h="675406">
                  <a:moveTo>
                    <a:pt x="315702" y="672071"/>
                  </a:moveTo>
                  <a:cubicBezTo>
                    <a:pt x="151872" y="663181"/>
                    <a:pt x="140442" y="659371"/>
                    <a:pt x="122662" y="647941"/>
                  </a:cubicBezTo>
                  <a:cubicBezTo>
                    <a:pt x="97262" y="632701"/>
                    <a:pt x="61702" y="604761"/>
                    <a:pt x="41382" y="575551"/>
                  </a:cubicBezTo>
                  <a:cubicBezTo>
                    <a:pt x="21062" y="546341"/>
                    <a:pt x="7092" y="508241"/>
                    <a:pt x="2012" y="473951"/>
                  </a:cubicBezTo>
                  <a:cubicBezTo>
                    <a:pt x="-1798" y="438391"/>
                    <a:pt x="3282" y="397751"/>
                    <a:pt x="15982" y="364731"/>
                  </a:cubicBezTo>
                  <a:cubicBezTo>
                    <a:pt x="28682" y="331711"/>
                    <a:pt x="51542" y="298691"/>
                    <a:pt x="78212" y="274561"/>
                  </a:cubicBezTo>
                  <a:cubicBezTo>
                    <a:pt x="103612" y="251701"/>
                    <a:pt x="145522" y="232651"/>
                    <a:pt x="174732" y="223761"/>
                  </a:cubicBezTo>
                  <a:cubicBezTo>
                    <a:pt x="195052" y="217411"/>
                    <a:pt x="217912" y="205981"/>
                    <a:pt x="229342" y="217411"/>
                  </a:cubicBezTo>
                  <a:cubicBezTo>
                    <a:pt x="254742" y="244081"/>
                    <a:pt x="211562" y="515861"/>
                    <a:pt x="177272" y="523481"/>
                  </a:cubicBezTo>
                  <a:cubicBezTo>
                    <a:pt x="146792" y="529831"/>
                    <a:pt x="57892" y="376161"/>
                    <a:pt x="42652" y="310121"/>
                  </a:cubicBezTo>
                  <a:cubicBezTo>
                    <a:pt x="31222" y="259321"/>
                    <a:pt x="47732" y="203441"/>
                    <a:pt x="59162" y="164071"/>
                  </a:cubicBezTo>
                  <a:cubicBezTo>
                    <a:pt x="66782" y="137401"/>
                    <a:pt x="78212" y="117081"/>
                    <a:pt x="93452" y="96761"/>
                  </a:cubicBezTo>
                  <a:cubicBezTo>
                    <a:pt x="107422" y="76441"/>
                    <a:pt x="126472" y="57391"/>
                    <a:pt x="146792" y="43421"/>
                  </a:cubicBezTo>
                  <a:cubicBezTo>
                    <a:pt x="167112" y="29451"/>
                    <a:pt x="191242" y="18021"/>
                    <a:pt x="215372" y="10401"/>
                  </a:cubicBezTo>
                  <a:cubicBezTo>
                    <a:pt x="239502" y="2781"/>
                    <a:pt x="266172" y="-1029"/>
                    <a:pt x="290302" y="241"/>
                  </a:cubicBezTo>
                  <a:cubicBezTo>
                    <a:pt x="315702" y="1511"/>
                    <a:pt x="341102" y="6591"/>
                    <a:pt x="365232" y="15481"/>
                  </a:cubicBezTo>
                  <a:cubicBezTo>
                    <a:pt x="388092" y="24371"/>
                    <a:pt x="410952" y="37071"/>
                    <a:pt x="431272" y="52311"/>
                  </a:cubicBezTo>
                  <a:cubicBezTo>
                    <a:pt x="450322" y="68821"/>
                    <a:pt x="468102" y="89141"/>
                    <a:pt x="480802" y="109461"/>
                  </a:cubicBezTo>
                  <a:cubicBezTo>
                    <a:pt x="494772" y="131051"/>
                    <a:pt x="504932" y="155181"/>
                    <a:pt x="511282" y="179311"/>
                  </a:cubicBezTo>
                  <a:cubicBezTo>
                    <a:pt x="516362" y="203441"/>
                    <a:pt x="518902" y="230111"/>
                    <a:pt x="516362" y="255511"/>
                  </a:cubicBezTo>
                  <a:cubicBezTo>
                    <a:pt x="513822" y="279641"/>
                    <a:pt x="507472" y="306311"/>
                    <a:pt x="497312" y="329171"/>
                  </a:cubicBezTo>
                  <a:cubicBezTo>
                    <a:pt x="487152" y="352031"/>
                    <a:pt x="473182" y="373621"/>
                    <a:pt x="456672" y="392671"/>
                  </a:cubicBezTo>
                  <a:cubicBezTo>
                    <a:pt x="440162" y="410451"/>
                    <a:pt x="418572" y="428231"/>
                    <a:pt x="396982" y="439661"/>
                  </a:cubicBezTo>
                  <a:cubicBezTo>
                    <a:pt x="375392" y="452361"/>
                    <a:pt x="349992" y="461251"/>
                    <a:pt x="325862" y="465061"/>
                  </a:cubicBezTo>
                  <a:cubicBezTo>
                    <a:pt x="300462" y="470141"/>
                    <a:pt x="273792" y="470141"/>
                    <a:pt x="249662" y="467601"/>
                  </a:cubicBezTo>
                  <a:cubicBezTo>
                    <a:pt x="225532" y="463791"/>
                    <a:pt x="200132" y="456171"/>
                    <a:pt x="177272" y="444741"/>
                  </a:cubicBezTo>
                  <a:cubicBezTo>
                    <a:pt x="154412" y="433311"/>
                    <a:pt x="132822" y="418071"/>
                    <a:pt x="116312" y="400291"/>
                  </a:cubicBezTo>
                  <a:cubicBezTo>
                    <a:pt x="98532" y="382511"/>
                    <a:pt x="83292" y="359651"/>
                    <a:pt x="71862" y="338061"/>
                  </a:cubicBezTo>
                  <a:cubicBezTo>
                    <a:pt x="60432" y="315201"/>
                    <a:pt x="52812" y="289801"/>
                    <a:pt x="50272" y="265671"/>
                  </a:cubicBezTo>
                  <a:cubicBezTo>
                    <a:pt x="46462" y="240271"/>
                    <a:pt x="47732" y="213601"/>
                    <a:pt x="52812" y="189471"/>
                  </a:cubicBezTo>
                  <a:cubicBezTo>
                    <a:pt x="57892" y="165341"/>
                    <a:pt x="66782" y="139941"/>
                    <a:pt x="79482" y="118351"/>
                  </a:cubicBezTo>
                  <a:cubicBezTo>
                    <a:pt x="92182" y="96761"/>
                    <a:pt x="108692" y="76441"/>
                    <a:pt x="127742" y="58661"/>
                  </a:cubicBezTo>
                  <a:cubicBezTo>
                    <a:pt x="145522" y="42151"/>
                    <a:pt x="168382" y="28181"/>
                    <a:pt x="191242" y="19291"/>
                  </a:cubicBezTo>
                  <a:cubicBezTo>
                    <a:pt x="214102" y="9131"/>
                    <a:pt x="240772" y="2781"/>
                    <a:pt x="264902" y="1511"/>
                  </a:cubicBezTo>
                  <a:cubicBezTo>
                    <a:pt x="290302" y="-1029"/>
                    <a:pt x="316972" y="1511"/>
                    <a:pt x="341102" y="7861"/>
                  </a:cubicBezTo>
                  <a:cubicBezTo>
                    <a:pt x="365232" y="14211"/>
                    <a:pt x="389362" y="24371"/>
                    <a:pt x="410952" y="38341"/>
                  </a:cubicBezTo>
                  <a:cubicBezTo>
                    <a:pt x="431272" y="51041"/>
                    <a:pt x="451592" y="70091"/>
                    <a:pt x="466832" y="89141"/>
                  </a:cubicBezTo>
                  <a:cubicBezTo>
                    <a:pt x="482072" y="108191"/>
                    <a:pt x="494772" y="132321"/>
                    <a:pt x="503662" y="155181"/>
                  </a:cubicBezTo>
                  <a:cubicBezTo>
                    <a:pt x="512552" y="179311"/>
                    <a:pt x="516362" y="204711"/>
                    <a:pt x="517632" y="230111"/>
                  </a:cubicBezTo>
                  <a:cubicBezTo>
                    <a:pt x="517632" y="255511"/>
                    <a:pt x="513822" y="303771"/>
                    <a:pt x="506202" y="305041"/>
                  </a:cubicBezTo>
                  <a:cubicBezTo>
                    <a:pt x="498582" y="306311"/>
                    <a:pt x="478262" y="214871"/>
                    <a:pt x="468102" y="216141"/>
                  </a:cubicBezTo>
                  <a:cubicBezTo>
                    <a:pt x="450322" y="219951"/>
                    <a:pt x="508742" y="522211"/>
                    <a:pt x="452862" y="597141"/>
                  </a:cubicBezTo>
                  <a:cubicBezTo>
                    <a:pt x="409682" y="655561"/>
                    <a:pt x="278872" y="668261"/>
                    <a:pt x="229342" y="674611"/>
                  </a:cubicBezTo>
                  <a:cubicBezTo>
                    <a:pt x="205212" y="677151"/>
                    <a:pt x="195052" y="673341"/>
                    <a:pt x="174732" y="666991"/>
                  </a:cubicBezTo>
                  <a:cubicBezTo>
                    <a:pt x="145522" y="658101"/>
                    <a:pt x="103612" y="640321"/>
                    <a:pt x="78212" y="616191"/>
                  </a:cubicBezTo>
                  <a:cubicBezTo>
                    <a:pt x="51542" y="593331"/>
                    <a:pt x="27412" y="553961"/>
                    <a:pt x="15982" y="527291"/>
                  </a:cubicBezTo>
                  <a:cubicBezTo>
                    <a:pt x="7092" y="506971"/>
                    <a:pt x="4552" y="491731"/>
                    <a:pt x="2012" y="473951"/>
                  </a:cubicBezTo>
                  <a:cubicBezTo>
                    <a:pt x="742" y="454901"/>
                    <a:pt x="-1798" y="439661"/>
                    <a:pt x="2012" y="418071"/>
                  </a:cubicBezTo>
                  <a:cubicBezTo>
                    <a:pt x="7092" y="388861"/>
                    <a:pt x="21062" y="345681"/>
                    <a:pt x="41382" y="316471"/>
                  </a:cubicBezTo>
                  <a:cubicBezTo>
                    <a:pt x="61702" y="287261"/>
                    <a:pt x="92182" y="260591"/>
                    <a:pt x="122662" y="244081"/>
                  </a:cubicBezTo>
                  <a:cubicBezTo>
                    <a:pt x="154412" y="227571"/>
                    <a:pt x="191242" y="221221"/>
                    <a:pt x="229342" y="217411"/>
                  </a:cubicBezTo>
                  <a:cubicBezTo>
                    <a:pt x="272522" y="213601"/>
                    <a:pt x="334752" y="218681"/>
                    <a:pt x="369042" y="226301"/>
                  </a:cubicBezTo>
                  <a:cubicBezTo>
                    <a:pt x="390632" y="230111"/>
                    <a:pt x="402062" y="233921"/>
                    <a:pt x="421112" y="245351"/>
                  </a:cubicBezTo>
                  <a:cubicBezTo>
                    <a:pt x="446512" y="260591"/>
                    <a:pt x="483342" y="293611"/>
                    <a:pt x="502392" y="317741"/>
                  </a:cubicBezTo>
                  <a:cubicBezTo>
                    <a:pt x="515092" y="334251"/>
                    <a:pt x="521442" y="345681"/>
                    <a:pt x="527792" y="366001"/>
                  </a:cubicBezTo>
                  <a:cubicBezTo>
                    <a:pt x="535412" y="393941"/>
                    <a:pt x="541762" y="443471"/>
                    <a:pt x="540492" y="472681"/>
                  </a:cubicBezTo>
                  <a:cubicBezTo>
                    <a:pt x="539222" y="494271"/>
                    <a:pt x="535412" y="506971"/>
                    <a:pt x="527792" y="526021"/>
                  </a:cubicBezTo>
                  <a:cubicBezTo>
                    <a:pt x="515092" y="552691"/>
                    <a:pt x="492232" y="592061"/>
                    <a:pt x="465562" y="614921"/>
                  </a:cubicBezTo>
                  <a:cubicBezTo>
                    <a:pt x="438892" y="639051"/>
                    <a:pt x="398252" y="656831"/>
                    <a:pt x="369042" y="665721"/>
                  </a:cubicBezTo>
                  <a:cubicBezTo>
                    <a:pt x="349992" y="672071"/>
                    <a:pt x="315702" y="672071"/>
                    <a:pt x="315702" y="67207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670232" y="5157788"/>
            <a:ext cx="833438" cy="613410"/>
            <a:chOff x="0" y="0"/>
            <a:chExt cx="1111250" cy="817880"/>
          </a:xfrm>
        </p:grpSpPr>
        <p:sp>
          <p:nvSpPr>
            <p:cNvPr id="19" name="Freeform 19"/>
            <p:cNvSpPr/>
            <p:nvPr/>
          </p:nvSpPr>
          <p:spPr>
            <a:xfrm>
              <a:off x="50800" y="45697"/>
              <a:ext cx="1008878" cy="720150"/>
            </a:xfrm>
            <a:custGeom>
              <a:avLst/>
              <a:gdLst/>
              <a:ahLst/>
              <a:cxnLst/>
              <a:rect l="l" t="t" r="r" b="b"/>
              <a:pathLst>
                <a:path w="1008878" h="720150">
                  <a:moveTo>
                    <a:pt x="0" y="365783"/>
                  </a:moveTo>
                  <a:cubicBezTo>
                    <a:pt x="196850" y="109243"/>
                    <a:pt x="278130" y="40663"/>
                    <a:pt x="354330" y="13993"/>
                  </a:cubicBezTo>
                  <a:cubicBezTo>
                    <a:pt x="422910" y="-8867"/>
                    <a:pt x="530860" y="2563"/>
                    <a:pt x="567690" y="5103"/>
                  </a:cubicBezTo>
                  <a:cubicBezTo>
                    <a:pt x="580390" y="5103"/>
                    <a:pt x="585470" y="7643"/>
                    <a:pt x="593090" y="8913"/>
                  </a:cubicBezTo>
                  <a:cubicBezTo>
                    <a:pt x="601980" y="10183"/>
                    <a:pt x="613410" y="8913"/>
                    <a:pt x="619760" y="10183"/>
                  </a:cubicBezTo>
                  <a:cubicBezTo>
                    <a:pt x="624840" y="11453"/>
                    <a:pt x="627380" y="13993"/>
                    <a:pt x="632460" y="15263"/>
                  </a:cubicBezTo>
                  <a:cubicBezTo>
                    <a:pt x="636270" y="15263"/>
                    <a:pt x="640080" y="15263"/>
                    <a:pt x="645160" y="16533"/>
                  </a:cubicBezTo>
                  <a:cubicBezTo>
                    <a:pt x="651510" y="19073"/>
                    <a:pt x="660400" y="25423"/>
                    <a:pt x="669290" y="29233"/>
                  </a:cubicBezTo>
                  <a:cubicBezTo>
                    <a:pt x="676910" y="33043"/>
                    <a:pt x="687070" y="34313"/>
                    <a:pt x="693420" y="38123"/>
                  </a:cubicBezTo>
                  <a:cubicBezTo>
                    <a:pt x="697230" y="40663"/>
                    <a:pt x="699770" y="44473"/>
                    <a:pt x="703580" y="47013"/>
                  </a:cubicBezTo>
                  <a:cubicBezTo>
                    <a:pt x="707390" y="49553"/>
                    <a:pt x="711200" y="49553"/>
                    <a:pt x="715010" y="53363"/>
                  </a:cubicBezTo>
                  <a:cubicBezTo>
                    <a:pt x="721360" y="57173"/>
                    <a:pt x="726440" y="66063"/>
                    <a:pt x="732790" y="72413"/>
                  </a:cubicBezTo>
                  <a:cubicBezTo>
                    <a:pt x="740410" y="77493"/>
                    <a:pt x="749300" y="83843"/>
                    <a:pt x="753110" y="88923"/>
                  </a:cubicBezTo>
                  <a:cubicBezTo>
                    <a:pt x="756920" y="92733"/>
                    <a:pt x="758190" y="96543"/>
                    <a:pt x="760730" y="100353"/>
                  </a:cubicBezTo>
                  <a:cubicBezTo>
                    <a:pt x="763270" y="102893"/>
                    <a:pt x="767080" y="105433"/>
                    <a:pt x="769620" y="109243"/>
                  </a:cubicBezTo>
                  <a:cubicBezTo>
                    <a:pt x="773430" y="115593"/>
                    <a:pt x="777240" y="125753"/>
                    <a:pt x="781050" y="133373"/>
                  </a:cubicBezTo>
                  <a:cubicBezTo>
                    <a:pt x="784860" y="140993"/>
                    <a:pt x="792480" y="148613"/>
                    <a:pt x="795020" y="156233"/>
                  </a:cubicBezTo>
                  <a:cubicBezTo>
                    <a:pt x="796290" y="160043"/>
                    <a:pt x="796290" y="166393"/>
                    <a:pt x="797560" y="168933"/>
                  </a:cubicBezTo>
                  <a:cubicBezTo>
                    <a:pt x="798830" y="170203"/>
                    <a:pt x="797560" y="171473"/>
                    <a:pt x="798830" y="171473"/>
                  </a:cubicBezTo>
                  <a:cubicBezTo>
                    <a:pt x="802640" y="174013"/>
                    <a:pt x="812800" y="171473"/>
                    <a:pt x="821690" y="172743"/>
                  </a:cubicBezTo>
                  <a:cubicBezTo>
                    <a:pt x="835660" y="176553"/>
                    <a:pt x="858520" y="182903"/>
                    <a:pt x="875030" y="189253"/>
                  </a:cubicBezTo>
                  <a:cubicBezTo>
                    <a:pt x="891540" y="196873"/>
                    <a:pt x="906780" y="207033"/>
                    <a:pt x="922020" y="218463"/>
                  </a:cubicBezTo>
                  <a:cubicBezTo>
                    <a:pt x="935990" y="229893"/>
                    <a:pt x="949960" y="242593"/>
                    <a:pt x="960120" y="257833"/>
                  </a:cubicBezTo>
                  <a:cubicBezTo>
                    <a:pt x="971550" y="271803"/>
                    <a:pt x="981710" y="288313"/>
                    <a:pt x="989330" y="304823"/>
                  </a:cubicBezTo>
                  <a:cubicBezTo>
                    <a:pt x="996950" y="321333"/>
                    <a:pt x="1002030" y="339113"/>
                    <a:pt x="1005840" y="356893"/>
                  </a:cubicBezTo>
                  <a:cubicBezTo>
                    <a:pt x="1008380" y="374673"/>
                    <a:pt x="1009650" y="393723"/>
                    <a:pt x="1008380" y="411503"/>
                  </a:cubicBezTo>
                  <a:cubicBezTo>
                    <a:pt x="1007110" y="430553"/>
                    <a:pt x="1004570" y="448333"/>
                    <a:pt x="998220" y="466113"/>
                  </a:cubicBezTo>
                  <a:cubicBezTo>
                    <a:pt x="993140" y="483893"/>
                    <a:pt x="985520" y="500403"/>
                    <a:pt x="976630" y="515643"/>
                  </a:cubicBezTo>
                  <a:cubicBezTo>
                    <a:pt x="966470" y="532153"/>
                    <a:pt x="955040" y="546123"/>
                    <a:pt x="942340" y="558823"/>
                  </a:cubicBezTo>
                  <a:cubicBezTo>
                    <a:pt x="929640" y="572793"/>
                    <a:pt x="914400" y="584223"/>
                    <a:pt x="899160" y="593113"/>
                  </a:cubicBezTo>
                  <a:cubicBezTo>
                    <a:pt x="882650" y="603273"/>
                    <a:pt x="848360" y="615973"/>
                    <a:pt x="848360" y="615973"/>
                  </a:cubicBezTo>
                  <a:cubicBezTo>
                    <a:pt x="848360" y="615973"/>
                    <a:pt x="741680" y="654073"/>
                    <a:pt x="675640" y="670583"/>
                  </a:cubicBezTo>
                  <a:cubicBezTo>
                    <a:pt x="593090" y="689633"/>
                    <a:pt x="481330" y="721383"/>
                    <a:pt x="391160" y="720113"/>
                  </a:cubicBezTo>
                  <a:cubicBezTo>
                    <a:pt x="307340" y="718843"/>
                    <a:pt x="212090" y="718843"/>
                    <a:pt x="148590" y="670583"/>
                  </a:cubicBezTo>
                  <a:cubicBezTo>
                    <a:pt x="74930" y="613433"/>
                    <a:pt x="0" y="365783"/>
                    <a:pt x="0" y="36578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086350" y="5282565"/>
            <a:ext cx="1865948" cy="1084898"/>
            <a:chOff x="0" y="0"/>
            <a:chExt cx="2487930" cy="1446530"/>
          </a:xfrm>
        </p:grpSpPr>
        <p:sp>
          <p:nvSpPr>
            <p:cNvPr id="21" name="Freeform 21"/>
            <p:cNvSpPr/>
            <p:nvPr/>
          </p:nvSpPr>
          <p:spPr>
            <a:xfrm>
              <a:off x="48778" y="50562"/>
              <a:ext cx="2388781" cy="1347809"/>
            </a:xfrm>
            <a:custGeom>
              <a:avLst/>
              <a:gdLst/>
              <a:ahLst/>
              <a:cxnLst/>
              <a:rect l="l" t="t" r="r" b="b"/>
              <a:pathLst>
                <a:path w="2388781" h="1347809">
                  <a:moveTo>
                    <a:pt x="927852" y="937498"/>
                  </a:moveTo>
                  <a:cubicBezTo>
                    <a:pt x="464302" y="924798"/>
                    <a:pt x="604002" y="894318"/>
                    <a:pt x="692902" y="851138"/>
                  </a:cubicBezTo>
                  <a:cubicBezTo>
                    <a:pt x="837682" y="783828"/>
                    <a:pt x="1100572" y="618728"/>
                    <a:pt x="1241542" y="550148"/>
                  </a:cubicBezTo>
                  <a:cubicBezTo>
                    <a:pt x="1326632" y="509508"/>
                    <a:pt x="1383782" y="501888"/>
                    <a:pt x="1452362" y="461248"/>
                  </a:cubicBezTo>
                  <a:cubicBezTo>
                    <a:pt x="1528562" y="416798"/>
                    <a:pt x="1599682" y="336788"/>
                    <a:pt x="1675882" y="288528"/>
                  </a:cubicBezTo>
                  <a:cubicBezTo>
                    <a:pt x="1747002" y="245348"/>
                    <a:pt x="1876542" y="214868"/>
                    <a:pt x="1893052" y="185658"/>
                  </a:cubicBezTo>
                  <a:cubicBezTo>
                    <a:pt x="1899402" y="175498"/>
                    <a:pt x="1887972" y="167878"/>
                    <a:pt x="1891782" y="156448"/>
                  </a:cubicBezTo>
                  <a:cubicBezTo>
                    <a:pt x="1895592" y="137398"/>
                    <a:pt x="1918452" y="105648"/>
                    <a:pt x="1936232" y="85328"/>
                  </a:cubicBezTo>
                  <a:cubicBezTo>
                    <a:pt x="1955282" y="65008"/>
                    <a:pt x="1978142" y="47228"/>
                    <a:pt x="2002272" y="33258"/>
                  </a:cubicBezTo>
                  <a:cubicBezTo>
                    <a:pt x="2026402" y="19288"/>
                    <a:pt x="2053072" y="9128"/>
                    <a:pt x="2081012" y="4048"/>
                  </a:cubicBezTo>
                  <a:cubicBezTo>
                    <a:pt x="2107682" y="-1032"/>
                    <a:pt x="2136892" y="-1032"/>
                    <a:pt x="2164832" y="2778"/>
                  </a:cubicBezTo>
                  <a:cubicBezTo>
                    <a:pt x="2191502" y="5318"/>
                    <a:pt x="2220712" y="14208"/>
                    <a:pt x="2244842" y="26908"/>
                  </a:cubicBezTo>
                  <a:cubicBezTo>
                    <a:pt x="2270242" y="39608"/>
                    <a:pt x="2293102" y="56118"/>
                    <a:pt x="2313422" y="76438"/>
                  </a:cubicBezTo>
                  <a:cubicBezTo>
                    <a:pt x="2332472" y="95488"/>
                    <a:pt x="2350252" y="119618"/>
                    <a:pt x="2361682" y="143748"/>
                  </a:cubicBezTo>
                  <a:cubicBezTo>
                    <a:pt x="2374382" y="169148"/>
                    <a:pt x="2383272" y="197088"/>
                    <a:pt x="2387082" y="223758"/>
                  </a:cubicBezTo>
                  <a:cubicBezTo>
                    <a:pt x="2389622" y="251698"/>
                    <a:pt x="2389622" y="280908"/>
                    <a:pt x="2384542" y="307578"/>
                  </a:cubicBezTo>
                  <a:cubicBezTo>
                    <a:pt x="2379462" y="335518"/>
                    <a:pt x="2369302" y="363458"/>
                    <a:pt x="2355332" y="387588"/>
                  </a:cubicBezTo>
                  <a:cubicBezTo>
                    <a:pt x="2341362" y="410448"/>
                    <a:pt x="2323582" y="433308"/>
                    <a:pt x="2301992" y="452358"/>
                  </a:cubicBezTo>
                  <a:cubicBezTo>
                    <a:pt x="2281672" y="470138"/>
                    <a:pt x="2257542" y="486648"/>
                    <a:pt x="2232142" y="496808"/>
                  </a:cubicBezTo>
                  <a:cubicBezTo>
                    <a:pt x="2206742" y="508238"/>
                    <a:pt x="2177532" y="515858"/>
                    <a:pt x="2150862" y="517128"/>
                  </a:cubicBezTo>
                  <a:cubicBezTo>
                    <a:pt x="2122922" y="519668"/>
                    <a:pt x="2093712" y="517128"/>
                    <a:pt x="2067042" y="510778"/>
                  </a:cubicBezTo>
                  <a:cubicBezTo>
                    <a:pt x="2040372" y="504428"/>
                    <a:pt x="2012432" y="492998"/>
                    <a:pt x="1989572" y="477758"/>
                  </a:cubicBezTo>
                  <a:cubicBezTo>
                    <a:pt x="1966712" y="462518"/>
                    <a:pt x="1943852" y="443468"/>
                    <a:pt x="1927342" y="421878"/>
                  </a:cubicBezTo>
                  <a:cubicBezTo>
                    <a:pt x="1909562" y="400288"/>
                    <a:pt x="1895592" y="373618"/>
                    <a:pt x="1885432" y="348218"/>
                  </a:cubicBezTo>
                  <a:cubicBezTo>
                    <a:pt x="1876542" y="322818"/>
                    <a:pt x="1871462" y="293608"/>
                    <a:pt x="1870192" y="265668"/>
                  </a:cubicBezTo>
                  <a:cubicBezTo>
                    <a:pt x="1868922" y="237728"/>
                    <a:pt x="1874002" y="208518"/>
                    <a:pt x="1881622" y="183118"/>
                  </a:cubicBezTo>
                  <a:cubicBezTo>
                    <a:pt x="1889242" y="156448"/>
                    <a:pt x="1903212" y="129778"/>
                    <a:pt x="1918452" y="108188"/>
                  </a:cubicBezTo>
                  <a:cubicBezTo>
                    <a:pt x="1934962" y="85328"/>
                    <a:pt x="1956552" y="63738"/>
                    <a:pt x="1978142" y="48498"/>
                  </a:cubicBezTo>
                  <a:cubicBezTo>
                    <a:pt x="2001002" y="31988"/>
                    <a:pt x="2027672" y="19288"/>
                    <a:pt x="2053072" y="11668"/>
                  </a:cubicBezTo>
                  <a:cubicBezTo>
                    <a:pt x="2079742" y="2778"/>
                    <a:pt x="2108952" y="-1032"/>
                    <a:pt x="2136892" y="238"/>
                  </a:cubicBezTo>
                  <a:cubicBezTo>
                    <a:pt x="2164832" y="238"/>
                    <a:pt x="2192772" y="6588"/>
                    <a:pt x="2219442" y="15478"/>
                  </a:cubicBezTo>
                  <a:cubicBezTo>
                    <a:pt x="2244842" y="25638"/>
                    <a:pt x="2270242" y="39608"/>
                    <a:pt x="2291832" y="57388"/>
                  </a:cubicBezTo>
                  <a:cubicBezTo>
                    <a:pt x="2313422" y="73898"/>
                    <a:pt x="2333742" y="96758"/>
                    <a:pt x="2347712" y="119618"/>
                  </a:cubicBezTo>
                  <a:cubicBezTo>
                    <a:pt x="2362952" y="142478"/>
                    <a:pt x="2374382" y="170418"/>
                    <a:pt x="2380732" y="197088"/>
                  </a:cubicBezTo>
                  <a:cubicBezTo>
                    <a:pt x="2388352" y="223758"/>
                    <a:pt x="2389622" y="252968"/>
                    <a:pt x="2388352" y="280908"/>
                  </a:cubicBezTo>
                  <a:cubicBezTo>
                    <a:pt x="2385812" y="307578"/>
                    <a:pt x="2382002" y="330438"/>
                    <a:pt x="2368032" y="362188"/>
                  </a:cubicBezTo>
                  <a:cubicBezTo>
                    <a:pt x="2343902" y="412988"/>
                    <a:pt x="2289292" y="494268"/>
                    <a:pt x="2233412" y="543798"/>
                  </a:cubicBezTo>
                  <a:cubicBezTo>
                    <a:pt x="2177532" y="593328"/>
                    <a:pt x="2098792" y="612378"/>
                    <a:pt x="2034022" y="656828"/>
                  </a:cubicBezTo>
                  <a:cubicBezTo>
                    <a:pt x="1964172" y="703818"/>
                    <a:pt x="1912102" y="764778"/>
                    <a:pt x="1827012" y="820658"/>
                  </a:cubicBezTo>
                  <a:cubicBezTo>
                    <a:pt x="1710172" y="898128"/>
                    <a:pt x="1513322" y="999728"/>
                    <a:pt x="1383782" y="1060688"/>
                  </a:cubicBezTo>
                  <a:cubicBezTo>
                    <a:pt x="1285992" y="1106408"/>
                    <a:pt x="1207252" y="1124188"/>
                    <a:pt x="1123432" y="1166098"/>
                  </a:cubicBezTo>
                  <a:cubicBezTo>
                    <a:pt x="1038342" y="1209278"/>
                    <a:pt x="969762" y="1288018"/>
                    <a:pt x="879592" y="1318498"/>
                  </a:cubicBezTo>
                  <a:cubicBezTo>
                    <a:pt x="785612" y="1348978"/>
                    <a:pt x="666232" y="1343898"/>
                    <a:pt x="570982" y="1345168"/>
                  </a:cubicBezTo>
                  <a:cubicBezTo>
                    <a:pt x="487162" y="1346438"/>
                    <a:pt x="413502" y="1355328"/>
                    <a:pt x="334762" y="1331198"/>
                  </a:cubicBezTo>
                  <a:cubicBezTo>
                    <a:pt x="242052" y="1303258"/>
                    <a:pt x="109972" y="1246108"/>
                    <a:pt x="54092" y="1168638"/>
                  </a:cubicBezTo>
                  <a:cubicBezTo>
                    <a:pt x="2022" y="1093708"/>
                    <a:pt x="-4328" y="971788"/>
                    <a:pt x="2022" y="882888"/>
                  </a:cubicBezTo>
                  <a:cubicBezTo>
                    <a:pt x="7102" y="804148"/>
                    <a:pt x="31232" y="722868"/>
                    <a:pt x="73142" y="661908"/>
                  </a:cubicBezTo>
                  <a:cubicBezTo>
                    <a:pt x="113782" y="600948"/>
                    <a:pt x="181092" y="547608"/>
                    <a:pt x="245862" y="515858"/>
                  </a:cubicBezTo>
                  <a:cubicBezTo>
                    <a:pt x="311902" y="485378"/>
                    <a:pt x="380482" y="485378"/>
                    <a:pt x="468112" y="477758"/>
                  </a:cubicBezTo>
                  <a:cubicBezTo>
                    <a:pt x="592572" y="467598"/>
                    <a:pt x="828792" y="468868"/>
                    <a:pt x="927852" y="481568"/>
                  </a:cubicBezTo>
                  <a:cubicBezTo>
                    <a:pt x="976112" y="487918"/>
                    <a:pt x="1006592" y="495538"/>
                    <a:pt x="1034532" y="508238"/>
                  </a:cubicBezTo>
                  <a:cubicBezTo>
                    <a:pt x="1053582" y="517128"/>
                    <a:pt x="1065012" y="524748"/>
                    <a:pt x="1078982" y="538718"/>
                  </a:cubicBezTo>
                  <a:cubicBezTo>
                    <a:pt x="1100572" y="560308"/>
                    <a:pt x="1128512" y="595868"/>
                    <a:pt x="1141212" y="628888"/>
                  </a:cubicBezTo>
                  <a:cubicBezTo>
                    <a:pt x="1153912" y="661908"/>
                    <a:pt x="1156452" y="707628"/>
                    <a:pt x="1153912" y="736838"/>
                  </a:cubicBezTo>
                  <a:cubicBezTo>
                    <a:pt x="1152642" y="758428"/>
                    <a:pt x="1150102" y="771128"/>
                    <a:pt x="1141212" y="790178"/>
                  </a:cubicBezTo>
                  <a:cubicBezTo>
                    <a:pt x="1128512" y="816848"/>
                    <a:pt x="1100572" y="858758"/>
                    <a:pt x="1078982" y="880348"/>
                  </a:cubicBezTo>
                  <a:cubicBezTo>
                    <a:pt x="1065012" y="894318"/>
                    <a:pt x="1053582" y="901938"/>
                    <a:pt x="1034532" y="910828"/>
                  </a:cubicBezTo>
                  <a:cubicBezTo>
                    <a:pt x="1006592" y="923528"/>
                    <a:pt x="927852" y="937498"/>
                    <a:pt x="927852" y="93749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978718" y="5082540"/>
            <a:ext cx="2222183" cy="1477327"/>
            <a:chOff x="0" y="0"/>
            <a:chExt cx="2962910" cy="1969770"/>
          </a:xfrm>
        </p:grpSpPr>
        <p:sp>
          <p:nvSpPr>
            <p:cNvPr id="23" name="Freeform 23"/>
            <p:cNvSpPr/>
            <p:nvPr/>
          </p:nvSpPr>
          <p:spPr>
            <a:xfrm>
              <a:off x="49927" y="49701"/>
              <a:ext cx="2861371" cy="1868783"/>
            </a:xfrm>
            <a:custGeom>
              <a:avLst/>
              <a:gdLst/>
              <a:ahLst/>
              <a:cxnLst/>
              <a:rect l="l" t="t" r="r" b="b"/>
              <a:pathLst>
                <a:path w="2861371" h="1868783">
                  <a:moveTo>
                    <a:pt x="2831703" y="337649"/>
                  </a:moveTo>
                  <a:cubicBezTo>
                    <a:pt x="2716133" y="523069"/>
                    <a:pt x="2629773" y="582759"/>
                    <a:pt x="2553573" y="661499"/>
                  </a:cubicBezTo>
                  <a:cubicBezTo>
                    <a:pt x="2451973" y="765639"/>
                    <a:pt x="2321163" y="937089"/>
                    <a:pt x="2217023" y="1034879"/>
                  </a:cubicBezTo>
                  <a:cubicBezTo>
                    <a:pt x="2140823" y="1108539"/>
                    <a:pt x="2072243" y="1159339"/>
                    <a:pt x="2001123" y="1212679"/>
                  </a:cubicBezTo>
                  <a:cubicBezTo>
                    <a:pt x="1937623" y="1260939"/>
                    <a:pt x="1879203" y="1304119"/>
                    <a:pt x="1810623" y="1342219"/>
                  </a:cubicBezTo>
                  <a:cubicBezTo>
                    <a:pt x="1738233" y="1381589"/>
                    <a:pt x="1651873" y="1405719"/>
                    <a:pt x="1576943" y="1442549"/>
                  </a:cubicBezTo>
                  <a:cubicBezTo>
                    <a:pt x="1503283" y="1480649"/>
                    <a:pt x="1452483" y="1522559"/>
                    <a:pt x="1366123" y="1565739"/>
                  </a:cubicBezTo>
                  <a:cubicBezTo>
                    <a:pt x="1236583" y="1629239"/>
                    <a:pt x="1046083" y="1720679"/>
                    <a:pt x="867013" y="1771479"/>
                  </a:cubicBezTo>
                  <a:cubicBezTo>
                    <a:pt x="673973" y="1824819"/>
                    <a:pt x="353933" y="1871809"/>
                    <a:pt x="243443" y="1867999"/>
                  </a:cubicBezTo>
                  <a:cubicBezTo>
                    <a:pt x="202803" y="1866729"/>
                    <a:pt x="187563" y="1860379"/>
                    <a:pt x="162163" y="1850219"/>
                  </a:cubicBezTo>
                  <a:cubicBezTo>
                    <a:pt x="136763" y="1840059"/>
                    <a:pt x="111363" y="1824819"/>
                    <a:pt x="89773" y="1805769"/>
                  </a:cubicBezTo>
                  <a:cubicBezTo>
                    <a:pt x="69453" y="1787989"/>
                    <a:pt x="50403" y="1766399"/>
                    <a:pt x="36433" y="1742269"/>
                  </a:cubicBezTo>
                  <a:cubicBezTo>
                    <a:pt x="22463" y="1718139"/>
                    <a:pt x="12303" y="1691469"/>
                    <a:pt x="5953" y="1664799"/>
                  </a:cubicBezTo>
                  <a:cubicBezTo>
                    <a:pt x="-397" y="1636859"/>
                    <a:pt x="-1667" y="1607649"/>
                    <a:pt x="2143" y="1580979"/>
                  </a:cubicBezTo>
                  <a:cubicBezTo>
                    <a:pt x="4683" y="1553039"/>
                    <a:pt x="13573" y="1525099"/>
                    <a:pt x="25003" y="1499699"/>
                  </a:cubicBezTo>
                  <a:cubicBezTo>
                    <a:pt x="36433" y="1475569"/>
                    <a:pt x="52943" y="1451439"/>
                    <a:pt x="71993" y="1431119"/>
                  </a:cubicBezTo>
                  <a:cubicBezTo>
                    <a:pt x="91043" y="1410799"/>
                    <a:pt x="115173" y="1393019"/>
                    <a:pt x="139303" y="1380319"/>
                  </a:cubicBezTo>
                  <a:cubicBezTo>
                    <a:pt x="163433" y="1367619"/>
                    <a:pt x="191373" y="1358729"/>
                    <a:pt x="219313" y="1354919"/>
                  </a:cubicBezTo>
                  <a:cubicBezTo>
                    <a:pt x="245983" y="1349839"/>
                    <a:pt x="275193" y="1349839"/>
                    <a:pt x="301863" y="1354919"/>
                  </a:cubicBezTo>
                  <a:cubicBezTo>
                    <a:pt x="329803" y="1359999"/>
                    <a:pt x="357743" y="1368889"/>
                    <a:pt x="381873" y="1382859"/>
                  </a:cubicBezTo>
                  <a:cubicBezTo>
                    <a:pt x="406003" y="1395559"/>
                    <a:pt x="428863" y="1413339"/>
                    <a:pt x="447913" y="1433659"/>
                  </a:cubicBezTo>
                  <a:cubicBezTo>
                    <a:pt x="466963" y="1453979"/>
                    <a:pt x="483473" y="1478109"/>
                    <a:pt x="494903" y="1503509"/>
                  </a:cubicBezTo>
                  <a:cubicBezTo>
                    <a:pt x="506333" y="1527639"/>
                    <a:pt x="513953" y="1556849"/>
                    <a:pt x="516493" y="1583519"/>
                  </a:cubicBezTo>
                  <a:cubicBezTo>
                    <a:pt x="519033" y="1611459"/>
                    <a:pt x="517763" y="1640669"/>
                    <a:pt x="511413" y="1667339"/>
                  </a:cubicBezTo>
                  <a:cubicBezTo>
                    <a:pt x="505063" y="1694009"/>
                    <a:pt x="494903" y="1721949"/>
                    <a:pt x="479663" y="1744809"/>
                  </a:cubicBezTo>
                  <a:cubicBezTo>
                    <a:pt x="465693" y="1768939"/>
                    <a:pt x="446643" y="1790529"/>
                    <a:pt x="425053" y="1808309"/>
                  </a:cubicBezTo>
                  <a:cubicBezTo>
                    <a:pt x="404733" y="1826089"/>
                    <a:pt x="379333" y="1841329"/>
                    <a:pt x="353933" y="1851489"/>
                  </a:cubicBezTo>
                  <a:cubicBezTo>
                    <a:pt x="327263" y="1861649"/>
                    <a:pt x="299323" y="1866729"/>
                    <a:pt x="271383" y="1867999"/>
                  </a:cubicBezTo>
                  <a:cubicBezTo>
                    <a:pt x="243443" y="1870539"/>
                    <a:pt x="214233" y="1866729"/>
                    <a:pt x="188833" y="1859109"/>
                  </a:cubicBezTo>
                  <a:cubicBezTo>
                    <a:pt x="162163" y="1851489"/>
                    <a:pt x="135493" y="1838789"/>
                    <a:pt x="112633" y="1823549"/>
                  </a:cubicBezTo>
                  <a:cubicBezTo>
                    <a:pt x="89773" y="1808309"/>
                    <a:pt x="68183" y="1787989"/>
                    <a:pt x="51673" y="1765129"/>
                  </a:cubicBezTo>
                  <a:cubicBezTo>
                    <a:pt x="35163" y="1743539"/>
                    <a:pt x="22463" y="1716869"/>
                    <a:pt x="13573" y="1691469"/>
                  </a:cubicBezTo>
                  <a:cubicBezTo>
                    <a:pt x="4683" y="1664799"/>
                    <a:pt x="-397" y="1635589"/>
                    <a:pt x="873" y="1608919"/>
                  </a:cubicBezTo>
                  <a:cubicBezTo>
                    <a:pt x="873" y="1580979"/>
                    <a:pt x="5953" y="1551769"/>
                    <a:pt x="14843" y="1526369"/>
                  </a:cubicBezTo>
                  <a:cubicBezTo>
                    <a:pt x="23733" y="1499699"/>
                    <a:pt x="37703" y="1474299"/>
                    <a:pt x="54213" y="1452709"/>
                  </a:cubicBezTo>
                  <a:cubicBezTo>
                    <a:pt x="70723" y="1429849"/>
                    <a:pt x="87233" y="1413339"/>
                    <a:pt x="115173" y="1395559"/>
                  </a:cubicBezTo>
                  <a:cubicBezTo>
                    <a:pt x="155813" y="1368889"/>
                    <a:pt x="220583" y="1342219"/>
                    <a:pt x="285353" y="1324439"/>
                  </a:cubicBezTo>
                  <a:cubicBezTo>
                    <a:pt x="362823" y="1304119"/>
                    <a:pt x="468233" y="1288879"/>
                    <a:pt x="552053" y="1291419"/>
                  </a:cubicBezTo>
                  <a:cubicBezTo>
                    <a:pt x="629523" y="1293959"/>
                    <a:pt x="700643" y="1351109"/>
                    <a:pt x="770493" y="1335869"/>
                  </a:cubicBezTo>
                  <a:cubicBezTo>
                    <a:pt x="849233" y="1318089"/>
                    <a:pt x="915273" y="1215219"/>
                    <a:pt x="996553" y="1166959"/>
                  </a:cubicBezTo>
                  <a:cubicBezTo>
                    <a:pt x="1079103" y="1117429"/>
                    <a:pt x="1179433" y="1078059"/>
                    <a:pt x="1265793" y="1045039"/>
                  </a:cubicBezTo>
                  <a:cubicBezTo>
                    <a:pt x="1340723" y="1015829"/>
                    <a:pt x="1410573" y="1010749"/>
                    <a:pt x="1481693" y="975189"/>
                  </a:cubicBezTo>
                  <a:cubicBezTo>
                    <a:pt x="1562973" y="935819"/>
                    <a:pt x="1642983" y="857079"/>
                    <a:pt x="1722993" y="807549"/>
                  </a:cubicBezTo>
                  <a:cubicBezTo>
                    <a:pt x="1796653" y="761829"/>
                    <a:pt x="1875393" y="740239"/>
                    <a:pt x="1941433" y="684359"/>
                  </a:cubicBezTo>
                  <a:cubicBezTo>
                    <a:pt x="2015093" y="620859"/>
                    <a:pt x="2067163" y="510369"/>
                    <a:pt x="2138283" y="435439"/>
                  </a:cubicBezTo>
                  <a:cubicBezTo>
                    <a:pt x="2209403" y="361779"/>
                    <a:pt x="2308463" y="302089"/>
                    <a:pt x="2365613" y="234779"/>
                  </a:cubicBezTo>
                  <a:cubicBezTo>
                    <a:pt x="2411333" y="180169"/>
                    <a:pt x="2429113" y="109049"/>
                    <a:pt x="2465943" y="70949"/>
                  </a:cubicBezTo>
                  <a:cubicBezTo>
                    <a:pt x="2493883" y="41739"/>
                    <a:pt x="2524363" y="22689"/>
                    <a:pt x="2557383" y="11259"/>
                  </a:cubicBezTo>
                  <a:cubicBezTo>
                    <a:pt x="2590403" y="-171"/>
                    <a:pt x="2636123" y="-1441"/>
                    <a:pt x="2666603" y="1099"/>
                  </a:cubicBezTo>
                  <a:cubicBezTo>
                    <a:pt x="2686923" y="2369"/>
                    <a:pt x="2699623" y="6179"/>
                    <a:pt x="2718673" y="15069"/>
                  </a:cubicBezTo>
                  <a:cubicBezTo>
                    <a:pt x="2746613" y="27769"/>
                    <a:pt x="2784713" y="51899"/>
                    <a:pt x="2807573" y="79839"/>
                  </a:cubicBezTo>
                  <a:cubicBezTo>
                    <a:pt x="2830433" y="106509"/>
                    <a:pt x="2848213" y="148419"/>
                    <a:pt x="2855833" y="177629"/>
                  </a:cubicBezTo>
                  <a:cubicBezTo>
                    <a:pt x="2860913" y="197949"/>
                    <a:pt x="2862183" y="210649"/>
                    <a:pt x="2860913" y="232239"/>
                  </a:cubicBezTo>
                  <a:cubicBezTo>
                    <a:pt x="2858373" y="261449"/>
                    <a:pt x="2831703" y="337649"/>
                    <a:pt x="2831703" y="33764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6916103" y="5087303"/>
            <a:ext cx="439103" cy="685800"/>
            <a:chOff x="0" y="0"/>
            <a:chExt cx="585470" cy="914400"/>
          </a:xfrm>
        </p:grpSpPr>
        <p:sp>
          <p:nvSpPr>
            <p:cNvPr id="25" name="Freeform 25"/>
            <p:cNvSpPr/>
            <p:nvPr/>
          </p:nvSpPr>
          <p:spPr>
            <a:xfrm>
              <a:off x="50711" y="44133"/>
              <a:ext cx="483959" cy="818198"/>
            </a:xfrm>
            <a:custGeom>
              <a:avLst/>
              <a:gdLst/>
              <a:ahLst/>
              <a:cxnLst/>
              <a:rect l="l" t="t" r="r" b="b"/>
              <a:pathLst>
                <a:path w="483959" h="818198">
                  <a:moveTo>
                    <a:pt x="483959" y="251777"/>
                  </a:moveTo>
                  <a:cubicBezTo>
                    <a:pt x="438239" y="701357"/>
                    <a:pt x="426809" y="714057"/>
                    <a:pt x="410299" y="733107"/>
                  </a:cubicBezTo>
                  <a:cubicBezTo>
                    <a:pt x="395059" y="752157"/>
                    <a:pt x="376009" y="769937"/>
                    <a:pt x="354419" y="782637"/>
                  </a:cubicBezTo>
                  <a:cubicBezTo>
                    <a:pt x="334099" y="795337"/>
                    <a:pt x="309969" y="805497"/>
                    <a:pt x="285839" y="811847"/>
                  </a:cubicBezTo>
                  <a:cubicBezTo>
                    <a:pt x="261709" y="816927"/>
                    <a:pt x="235039" y="819467"/>
                    <a:pt x="210909" y="816927"/>
                  </a:cubicBezTo>
                  <a:cubicBezTo>
                    <a:pt x="186779" y="814387"/>
                    <a:pt x="161379" y="808037"/>
                    <a:pt x="138519" y="799147"/>
                  </a:cubicBezTo>
                  <a:cubicBezTo>
                    <a:pt x="115659" y="788987"/>
                    <a:pt x="94069" y="773747"/>
                    <a:pt x="76289" y="757237"/>
                  </a:cubicBezTo>
                  <a:cubicBezTo>
                    <a:pt x="57239" y="740727"/>
                    <a:pt x="41999" y="720407"/>
                    <a:pt x="29299" y="698817"/>
                  </a:cubicBezTo>
                  <a:cubicBezTo>
                    <a:pt x="17869" y="677227"/>
                    <a:pt x="8979" y="653097"/>
                    <a:pt x="3899" y="628967"/>
                  </a:cubicBezTo>
                  <a:cubicBezTo>
                    <a:pt x="89" y="604837"/>
                    <a:pt x="-1181" y="578167"/>
                    <a:pt x="2629" y="554037"/>
                  </a:cubicBezTo>
                  <a:cubicBezTo>
                    <a:pt x="6439" y="529907"/>
                    <a:pt x="14059" y="504507"/>
                    <a:pt x="25489" y="482917"/>
                  </a:cubicBezTo>
                  <a:cubicBezTo>
                    <a:pt x="36919" y="460057"/>
                    <a:pt x="52159" y="439737"/>
                    <a:pt x="69939" y="421957"/>
                  </a:cubicBezTo>
                  <a:cubicBezTo>
                    <a:pt x="86449" y="404177"/>
                    <a:pt x="108039" y="388937"/>
                    <a:pt x="130899" y="378777"/>
                  </a:cubicBezTo>
                  <a:cubicBezTo>
                    <a:pt x="152489" y="368617"/>
                    <a:pt x="177889" y="360997"/>
                    <a:pt x="202019" y="357187"/>
                  </a:cubicBezTo>
                  <a:cubicBezTo>
                    <a:pt x="226149" y="354647"/>
                    <a:pt x="252819" y="354647"/>
                    <a:pt x="276949" y="359727"/>
                  </a:cubicBezTo>
                  <a:cubicBezTo>
                    <a:pt x="301079" y="364807"/>
                    <a:pt x="325209" y="373697"/>
                    <a:pt x="346799" y="386397"/>
                  </a:cubicBezTo>
                  <a:cubicBezTo>
                    <a:pt x="368389" y="399097"/>
                    <a:pt x="388709" y="415607"/>
                    <a:pt x="405219" y="433387"/>
                  </a:cubicBezTo>
                  <a:cubicBezTo>
                    <a:pt x="421729" y="452437"/>
                    <a:pt x="435699" y="474027"/>
                    <a:pt x="444589" y="496887"/>
                  </a:cubicBezTo>
                  <a:cubicBezTo>
                    <a:pt x="454749" y="519747"/>
                    <a:pt x="461099" y="545147"/>
                    <a:pt x="462369" y="569277"/>
                  </a:cubicBezTo>
                  <a:cubicBezTo>
                    <a:pt x="463639" y="594677"/>
                    <a:pt x="462369" y="620077"/>
                    <a:pt x="456019" y="644207"/>
                  </a:cubicBezTo>
                  <a:cubicBezTo>
                    <a:pt x="449669" y="668337"/>
                    <a:pt x="439509" y="692467"/>
                    <a:pt x="425539" y="712787"/>
                  </a:cubicBezTo>
                  <a:cubicBezTo>
                    <a:pt x="411569" y="733107"/>
                    <a:pt x="395059" y="753427"/>
                    <a:pt x="374739" y="768667"/>
                  </a:cubicBezTo>
                  <a:cubicBezTo>
                    <a:pt x="355689" y="783907"/>
                    <a:pt x="332829" y="796607"/>
                    <a:pt x="309969" y="804227"/>
                  </a:cubicBezTo>
                  <a:cubicBezTo>
                    <a:pt x="287109" y="813117"/>
                    <a:pt x="260439" y="816927"/>
                    <a:pt x="236309" y="818197"/>
                  </a:cubicBezTo>
                  <a:cubicBezTo>
                    <a:pt x="210909" y="818197"/>
                    <a:pt x="185509" y="814387"/>
                    <a:pt x="162649" y="806767"/>
                  </a:cubicBezTo>
                  <a:cubicBezTo>
                    <a:pt x="138519" y="800417"/>
                    <a:pt x="115659" y="787717"/>
                    <a:pt x="95339" y="773747"/>
                  </a:cubicBezTo>
                  <a:cubicBezTo>
                    <a:pt x="75019" y="758507"/>
                    <a:pt x="57239" y="740727"/>
                    <a:pt x="43269" y="720407"/>
                  </a:cubicBezTo>
                  <a:cubicBezTo>
                    <a:pt x="28029" y="700087"/>
                    <a:pt x="16599" y="675957"/>
                    <a:pt x="10249" y="653097"/>
                  </a:cubicBezTo>
                  <a:cubicBezTo>
                    <a:pt x="2629" y="628967"/>
                    <a:pt x="1359" y="611187"/>
                    <a:pt x="89" y="578167"/>
                  </a:cubicBezTo>
                  <a:cubicBezTo>
                    <a:pt x="-1181" y="521017"/>
                    <a:pt x="11519" y="405447"/>
                    <a:pt x="17869" y="336867"/>
                  </a:cubicBezTo>
                  <a:cubicBezTo>
                    <a:pt x="22949" y="283527"/>
                    <a:pt x="25489" y="240347"/>
                    <a:pt x="35649" y="198437"/>
                  </a:cubicBezTo>
                  <a:cubicBezTo>
                    <a:pt x="45809" y="161607"/>
                    <a:pt x="58509" y="123507"/>
                    <a:pt x="73749" y="98107"/>
                  </a:cubicBezTo>
                  <a:cubicBezTo>
                    <a:pt x="85179" y="80327"/>
                    <a:pt x="94069" y="70167"/>
                    <a:pt x="110579" y="57467"/>
                  </a:cubicBezTo>
                  <a:cubicBezTo>
                    <a:pt x="133439" y="38417"/>
                    <a:pt x="171539" y="15557"/>
                    <a:pt x="205829" y="6667"/>
                  </a:cubicBezTo>
                  <a:cubicBezTo>
                    <a:pt x="238849" y="-2223"/>
                    <a:pt x="279489" y="-2223"/>
                    <a:pt x="313779" y="6667"/>
                  </a:cubicBezTo>
                  <a:cubicBezTo>
                    <a:pt x="346799" y="14287"/>
                    <a:pt x="382359" y="33337"/>
                    <a:pt x="409029" y="56197"/>
                  </a:cubicBezTo>
                  <a:cubicBezTo>
                    <a:pt x="435699" y="79057"/>
                    <a:pt x="458559" y="112077"/>
                    <a:pt x="471259" y="145097"/>
                  </a:cubicBezTo>
                  <a:cubicBezTo>
                    <a:pt x="482689" y="178117"/>
                    <a:pt x="483959" y="251777"/>
                    <a:pt x="483959" y="251777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917758" y="6168390"/>
            <a:ext cx="406718" cy="406718"/>
            <a:chOff x="0" y="0"/>
            <a:chExt cx="542290" cy="542290"/>
          </a:xfrm>
        </p:grpSpPr>
        <p:sp>
          <p:nvSpPr>
            <p:cNvPr id="27" name="Freeform 27"/>
            <p:cNvSpPr/>
            <p:nvPr/>
          </p:nvSpPr>
          <p:spPr>
            <a:xfrm>
              <a:off x="50316" y="47338"/>
              <a:ext cx="434824" cy="443366"/>
            </a:xfrm>
            <a:custGeom>
              <a:avLst/>
              <a:gdLst/>
              <a:ahLst/>
              <a:cxnLst/>
              <a:rect l="l" t="t" r="r" b="b"/>
              <a:pathLst>
                <a:path w="434824" h="443366">
                  <a:moveTo>
                    <a:pt x="434824" y="155862"/>
                  </a:moveTo>
                  <a:cubicBezTo>
                    <a:pt x="434824" y="295562"/>
                    <a:pt x="418314" y="331122"/>
                    <a:pt x="396724" y="359062"/>
                  </a:cubicBezTo>
                  <a:cubicBezTo>
                    <a:pt x="376404" y="385732"/>
                    <a:pt x="344654" y="409862"/>
                    <a:pt x="312904" y="423832"/>
                  </a:cubicBezTo>
                  <a:cubicBezTo>
                    <a:pt x="282424" y="437802"/>
                    <a:pt x="243054" y="445422"/>
                    <a:pt x="208764" y="442882"/>
                  </a:cubicBezTo>
                  <a:cubicBezTo>
                    <a:pt x="174474" y="441612"/>
                    <a:pt x="136374" y="428912"/>
                    <a:pt x="107164" y="411132"/>
                  </a:cubicBezTo>
                  <a:cubicBezTo>
                    <a:pt x="77954" y="393352"/>
                    <a:pt x="50014" y="365412"/>
                    <a:pt x="32234" y="336202"/>
                  </a:cubicBezTo>
                  <a:cubicBezTo>
                    <a:pt x="14454" y="306992"/>
                    <a:pt x="3024" y="268892"/>
                    <a:pt x="484" y="234602"/>
                  </a:cubicBezTo>
                  <a:cubicBezTo>
                    <a:pt x="-2056" y="200312"/>
                    <a:pt x="5564" y="162212"/>
                    <a:pt x="19534" y="130462"/>
                  </a:cubicBezTo>
                  <a:cubicBezTo>
                    <a:pt x="33504" y="98712"/>
                    <a:pt x="57634" y="68232"/>
                    <a:pt x="85574" y="46642"/>
                  </a:cubicBezTo>
                  <a:cubicBezTo>
                    <a:pt x="112244" y="25052"/>
                    <a:pt x="147804" y="8542"/>
                    <a:pt x="182094" y="3462"/>
                  </a:cubicBezTo>
                  <a:cubicBezTo>
                    <a:pt x="216384" y="-2888"/>
                    <a:pt x="255754" y="-348"/>
                    <a:pt x="288774" y="9812"/>
                  </a:cubicBezTo>
                  <a:cubicBezTo>
                    <a:pt x="321794" y="19972"/>
                    <a:pt x="378944" y="64422"/>
                    <a:pt x="378944" y="6442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28" name="TextBox 28"/>
          <p:cNvSpPr txBox="1"/>
          <p:nvPr/>
        </p:nvSpPr>
        <p:spPr>
          <a:xfrm rot="-571663">
            <a:off x="4984716" y="5035867"/>
            <a:ext cx="2367020" cy="1352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48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WEB DEV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AIM &amp;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Inter"/>
              </a:rPr>
              <a:t>Aim: Develop a strong foundation in front-end web development (HTML, CSS, Responsive Design &amp; Git).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291840"/>
            <a:ext cx="16230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Web Application Basics: </a:t>
            </a:r>
            <a:r>
              <a:rPr sz="2700">
                <a:solidFill>
                  <a:srgbClr val="000000"/>
                </a:solidFill>
                <a:latin typeface="Inter"/>
              </a:rPr>
              <a:t>Explain how web apps work and the roles of HTML, CSS, and JavaScript.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HTML5 Structure: </a:t>
            </a:r>
            <a:r>
              <a:rPr sz="2700">
                <a:solidFill>
                  <a:srgbClr val="000000"/>
                </a:solidFill>
                <a:latin typeface="Inter"/>
              </a:rPr>
              <a:t>Create structured webpages using semantic HTML5 elements, tables, and forms.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CSS3 Styling: </a:t>
            </a:r>
            <a:r>
              <a:rPr sz="2700">
                <a:solidFill>
                  <a:srgbClr val="000000"/>
                </a:solidFill>
                <a:latin typeface="Inter"/>
              </a:rPr>
              <a:t>Apply CSS using selectors, the Box Model, and reusable external stylesheets.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Responsive Layouts: </a:t>
            </a:r>
            <a:r>
              <a:rPr sz="2700">
                <a:solidFill>
                  <a:srgbClr val="000000"/>
                </a:solidFill>
                <a:latin typeface="Inter"/>
              </a:rPr>
              <a:t>Build flexible layouts using Flexbox and adapt them across screen sizes with Media Queries.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Browser Developer Tools: </a:t>
            </a:r>
            <a:r>
              <a:rPr sz="2700">
                <a:solidFill>
                  <a:srgbClr val="000000"/>
                </a:solidFill>
                <a:latin typeface="Inter"/>
              </a:rPr>
              <a:t>Use Inspect &amp; Network tabs to debug HTML, CSS, and server requests.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Version Control: </a:t>
            </a:r>
            <a:r>
              <a:rPr sz="2700">
                <a:solidFill>
                  <a:srgbClr val="000000"/>
                </a:solidFill>
                <a:latin typeface="Inter"/>
              </a:rPr>
              <a:t>Apply basic Git operations for repository creation, staging, commits, and branches.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WHAT IS WEB DEVELOPMENT?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6888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>
                <a:solidFill>
                  <a:srgbClr val="000000"/>
                </a:solidFill>
                <a:latin typeface="Inter"/>
              </a:rPr>
              <a:t>Web development is the process of creating applications that are accessed through a web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749039"/>
            <a:ext cx="7772400" cy="4023360"/>
          </a:xfrm>
          <a:prstGeom prst="roundRect">
            <a:avLst/>
          </a:prstGeom>
          <a:solidFill>
            <a:srgbClr val="E6F4EA"/>
          </a:solidFill>
          <a:ln w="31750">
            <a:solidFill>
              <a:srgbClr val="1E8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1. The Client (Web Browser)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Runs on the user's device (Laptop, Phone, Tablet).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Requests a webpage or resource from a remote server.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Renders HTML, CSS, and JavaScript onto the screen.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Examples: Google Chrome, Microsoft Edge, Firefox.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72600" y="3749039"/>
            <a:ext cx="7863840" cy="402336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2. The Web Server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A powerful computer connected to the Internet 24/7.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Listens for incoming requests from browsers.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Processes application logic &amp; queries the database.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Returns the required HTML, CSS, JS, or JSON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822960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  <a:latin typeface="Inter"/>
              </a:rPr>
              <a:t>💡 Live Demo: Open WebDevIntro/1.fullstack_layers.html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FULL-STACK APPLICATION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000000"/>
                </a:solidFill>
                <a:latin typeface="Inter"/>
              </a:rPr>
              <a:t>A full-stack application contains three layers: Front End, Back End, and Database.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246120"/>
          <a:ext cx="102412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Inter"/>
                        </a:rPr>
                        <a:t>Layer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Inter"/>
                        </a:rPr>
                        <a:t>Role in the Application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Inter"/>
                        </a:rPr>
                        <a:t>Typical Technologies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00000"/>
                          </a:solidFill>
                          <a:latin typeface="Inter"/>
                        </a:rPr>
                        <a:t>Front 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User interface displayed in the browser (What the user sees &amp; clicks)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HTML5, CSS3, 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00000"/>
                          </a:solidFill>
                          <a:latin typeface="Inter"/>
                        </a:rPr>
                        <a:t>Back end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Application logic, user authentication, and APIs (Behind the scenes)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Node.js, Python, Java, Express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000000"/>
                          </a:solidFill>
                          <a:latin typeface="Inter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Permanently stores and retrieves application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0">
                          <a:solidFill>
                            <a:srgbClr val="000000"/>
                          </a:solidFill>
                          <a:latin typeface="Inter"/>
                        </a:rPr>
                        <a:t>Relational (MySQL) or NoSQL (MongoDB)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WebDevIntro--Reduced Manual.pdf_p1_img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0" y="3474720"/>
            <a:ext cx="5577840" cy="2465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4128" y="832104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00000"/>
                </a:solidFill>
                <a:latin typeface="Inter"/>
              </a:rPr>
              <a:t>🍽️ Restaurant Analogy: Front End = Dining Table &amp; Menu | Back End = Kitchen &amp; Chef | Database = Pantry/Fridge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FRONT-END TRIO: HTML, CSS &amp; 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0">
                <a:solidFill>
                  <a:srgbClr val="000000"/>
                </a:solidFill>
                <a:latin typeface="Inter"/>
              </a:rPr>
              <a:t>Why do we need three separate languages inside the Front-End browser layer?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4128" y="3474720"/>
            <a:ext cx="5120640" cy="5303520"/>
          </a:xfrm>
          <a:prstGeom prst="roundRect">
            <a:avLst/>
          </a:prstGeom>
          <a:solidFill>
            <a:srgbClr val="FFF0E6"/>
          </a:solidFill>
          <a:ln w="317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1. HTML5 (Structure)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Role: </a:t>
            </a:r>
            <a:r>
              <a:rPr sz="2300">
                <a:solidFill>
                  <a:srgbClr val="111111"/>
                </a:solidFill>
                <a:latin typeface="Inter"/>
              </a:rPr>
              <a:t>The Skeleton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Defines raw page content and meaning.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Adds headings, paragraphs, images, tables &amp; forms.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Without HTML, there is no content on the page.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65392" y="3474720"/>
            <a:ext cx="5120640" cy="5303520"/>
          </a:xfrm>
          <a:prstGeom prst="roundRect">
            <a:avLst/>
          </a:prstGeom>
          <a:solidFill>
            <a:srgbClr val="E8F0FE"/>
          </a:solidFill>
          <a:ln w="31750">
            <a:solidFill>
              <a:srgbClr val="196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2. CSS3 (Presentation)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Role: </a:t>
            </a:r>
            <a:r>
              <a:rPr sz="2300">
                <a:solidFill>
                  <a:srgbClr val="111111"/>
                </a:solidFill>
                <a:latin typeface="Inter"/>
              </a:rPr>
              <a:t>The Clothing / Style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Controls colors, fonts, spacing &amp; alignment.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Arranges layouts using Box Model, Flexbox &amp; Grid.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Adapts pages to mobile &amp; desktop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15800" y="3474720"/>
            <a:ext cx="5120640" cy="5303520"/>
          </a:xfrm>
          <a:prstGeom prst="roundRect">
            <a:avLst/>
          </a:prstGeom>
          <a:solidFill>
            <a:srgbClr val="FEF7E0"/>
          </a:solidFill>
          <a:ln w="31750">
            <a:solidFill>
              <a:srgbClr val="F2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3. JavaScript (Behavior)</a:t>
            </a:r>
          </a:p>
          <a:p>
            <a:pPr>
              <a:spcAft>
                <a:spcPts val="600"/>
              </a:spcAft>
            </a:pPr>
            <a:r>
              <a:rPr sz="2300" b="1">
                <a:solidFill>
                  <a:srgbClr val="000000"/>
                </a:solidFill>
                <a:latin typeface="Inter"/>
              </a:rPr>
              <a:t>Role: </a:t>
            </a:r>
            <a:r>
              <a:rPr sz="2300">
                <a:solidFill>
                  <a:srgbClr val="111111"/>
                </a:solidFill>
                <a:latin typeface="Inter"/>
              </a:rPr>
              <a:t>The Muscles &amp; Brain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Makes the webpage interactive and dynamic.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Responds to button clicks &amp; validates input.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111111"/>
                </a:solidFill>
                <a:latin typeface="Inter"/>
              </a:rPr>
              <a:t>• Fetches live data from the server without reloading.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CLIENT-SERVER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000000"/>
                </a:solidFill>
                <a:latin typeface="Inter"/>
              </a:rPr>
              <a:t>In a client-server architecture, clients request services/resources and the server returns responses.</a:t>
            </a:r>
          </a:p>
        </p:txBody>
      </p:sp>
      <p:pic>
        <p:nvPicPr>
          <p:cNvPr id="5" name="Picture 4" descr="WebDevIntro--Reduced Manual.pdf_p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291840"/>
            <a:ext cx="8595360" cy="53342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149840" y="3291840"/>
            <a:ext cx="7086600" cy="56692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01168" rIns="256032" bIns="201168" rtlCol="0" anchor="ctr"/>
          <a:lstStyle/>
          <a:p>
            <a:pPr algn="ctr">
              <a:spcAft>
                <a:spcPts val="1000"/>
              </a:spcAft>
            </a:pPr>
            <a:r>
              <a:rPr sz="2800" b="1">
                <a:solidFill>
                  <a:srgbClr val="000000"/>
                </a:solidFill>
                <a:latin typeface="Inter"/>
              </a:rPr>
              <a:t>How Communication Works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Multiple Clients: </a:t>
            </a:r>
            <a:r>
              <a:rPr sz="2400">
                <a:solidFill>
                  <a:srgbClr val="111111"/>
                </a:solidFill>
                <a:latin typeface="Inter"/>
              </a:rPr>
              <a:t>Phones, laptops, and desktops (Client 1, Client 2, Client 3) all connect via the Internet.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HTTP Request: </a:t>
            </a:r>
            <a:r>
              <a:rPr sz="2400">
                <a:solidFill>
                  <a:srgbClr val="111111"/>
                </a:solidFill>
                <a:latin typeface="Inter"/>
              </a:rPr>
              <a:t>The client sends an HTTP/HTTPS request asking for a webpage or data.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Database Query: </a:t>
            </a:r>
            <a:r>
              <a:rPr sz="2400">
                <a:solidFill>
                  <a:srgbClr val="111111"/>
                </a:solidFill>
                <a:latin typeface="Inter"/>
              </a:rPr>
              <a:t>The Server queries or updates the Database when data is needed.</a:t>
            </a:r>
          </a:p>
          <a:p>
            <a:pPr>
              <a:spcAft>
                <a:spcPts val="600"/>
              </a:spcAft>
            </a:pPr>
            <a:r>
              <a:rPr sz="2400" b="1">
                <a:solidFill>
                  <a:srgbClr val="000000"/>
                </a:solidFill>
                <a:latin typeface="Inter"/>
              </a:rPr>
              <a:t>HTTP Response: </a:t>
            </a:r>
            <a:r>
              <a:rPr sz="2400">
                <a:solidFill>
                  <a:srgbClr val="111111"/>
                </a:solidFill>
                <a:latin typeface="Inter"/>
              </a:rPr>
              <a:t>The Server sends back the requested HTML, CSS, JS, or image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>
                <a:solidFill>
                  <a:srgbClr val="000000"/>
                </a:solidFill>
                <a:latin typeface="Anton"/>
              </a:rPr>
              <a:t>REQUEST-RESPONSE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000000"/>
                </a:solidFill>
                <a:latin typeface="Inter"/>
              </a:rPr>
              <a:t>What happens in the 500 milliseconds after you press Enter on a website URL?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291840"/>
            <a:ext cx="16230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1: </a:t>
            </a:r>
            <a:r>
              <a:rPr sz="2800">
                <a:solidFill>
                  <a:srgbClr val="000000"/>
                </a:solidFill>
                <a:latin typeface="Inter"/>
              </a:rPr>
              <a:t>The browser generates an HTTP request for the target URL.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2: </a:t>
            </a:r>
            <a:r>
              <a:rPr sz="2800">
                <a:solidFill>
                  <a:srgbClr val="000000"/>
                </a:solidFill>
                <a:latin typeface="Inter"/>
              </a:rPr>
              <a:t>The request is sent across the Internet to the web server.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3: </a:t>
            </a:r>
            <a:r>
              <a:rPr sz="2800">
                <a:solidFill>
                  <a:srgbClr val="000000"/>
                </a:solidFill>
                <a:latin typeface="Inter"/>
              </a:rPr>
              <a:t>The web server receives and processes the request.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4: </a:t>
            </a:r>
            <a:r>
              <a:rPr sz="2800">
                <a:solidFill>
                  <a:srgbClr val="000000"/>
                </a:solidFill>
                <a:latin typeface="Inter"/>
              </a:rPr>
              <a:t>The server may access a database to read or store information.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5: </a:t>
            </a:r>
            <a:r>
              <a:rPr sz="2800">
                <a:solidFill>
                  <a:srgbClr val="000000"/>
                </a:solidFill>
                <a:latin typeface="Inter"/>
              </a:rPr>
              <a:t>The server generates an HTTP response (with status code like 200 OK).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6: </a:t>
            </a:r>
            <a:r>
              <a:rPr sz="2800">
                <a:solidFill>
                  <a:srgbClr val="000000"/>
                </a:solidFill>
                <a:latin typeface="Inter"/>
              </a:rPr>
              <a:t>The response is returned to the client browser.</a:t>
            </a:r>
          </a:p>
          <a:p>
            <a:pPr marL="457200" indent="-228600">
              <a:spcAft>
                <a:spcPts val="1200"/>
              </a:spcAft>
              <a:buChar char="•"/>
            </a:pPr>
            <a:r>
              <a:rPr sz="2800" b="1">
                <a:solidFill>
                  <a:srgbClr val="000000"/>
                </a:solidFill>
                <a:latin typeface="Inter"/>
              </a:rPr>
              <a:t>Step 7: </a:t>
            </a:r>
            <a:r>
              <a:rPr sz="2800">
                <a:solidFill>
                  <a:srgbClr val="000000"/>
                </a:solidFill>
                <a:latin typeface="Inter"/>
              </a:rPr>
              <a:t>The browser renders the received HTML, CSS, and images onto the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LAB TASK: NETWORK &amp; 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Inter"/>
              </a:rPr>
              <a:t>Hands-on Activity (Open WebDevIntro/2.client_server_network_demo.html &amp; press F12):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3246120"/>
            <a:ext cx="162306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1. Open Developer Tools: </a:t>
            </a:r>
            <a:r>
              <a:rPr sz="2700">
                <a:solidFill>
                  <a:srgbClr val="000000"/>
                </a:solidFill>
                <a:latin typeface="Inter"/>
              </a:rPr>
              <a:t>Right-click anywhere on the webpage -&gt; Click Inspect -&gt; Select the Network tab.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2. Reload the Webpage: </a:t>
            </a:r>
            <a:r>
              <a:rPr sz="2700">
                <a:solidFill>
                  <a:srgbClr val="000000"/>
                </a:solidFill>
                <a:latin typeface="Inter"/>
              </a:rPr>
              <a:t>Press Ctrl + R (or F5) to record all incoming network traffic live.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3. Select HTML Request: </a:t>
            </a:r>
            <a:r>
              <a:rPr sz="2700">
                <a:solidFill>
                  <a:srgbClr val="000000"/>
                </a:solidFill>
                <a:latin typeface="Inter"/>
              </a:rPr>
              <a:t>Click the main HTML document request at the top of the list.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4. Inspect Key Fields: </a:t>
            </a:r>
            <a:r>
              <a:rPr sz="2700">
                <a:solidFill>
                  <a:srgbClr val="000000"/>
                </a:solidFill>
                <a:latin typeface="Inter"/>
              </a:rPr>
              <a:t>Identify Request URL, Request Method (GET/POST), Status Code (200 OK), and Response.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5. Identify Asset Requests: </a:t>
            </a:r>
            <a:r>
              <a:rPr sz="2700">
                <a:solidFill>
                  <a:srgbClr val="000000"/>
                </a:solidFill>
                <a:latin typeface="Inter"/>
              </a:rPr>
              <a:t>Spot separate requests made for HTML, CSS, JavaScript, and Images.</a:t>
            </a:r>
          </a:p>
          <a:p>
            <a:pPr marL="457200" indent="-228600">
              <a:spcAft>
                <a:spcPts val="1400"/>
              </a:spcAft>
              <a:buChar char="•"/>
            </a:pPr>
            <a:r>
              <a:rPr sz="2700" b="1">
                <a:solidFill>
                  <a:srgbClr val="000000"/>
                </a:solidFill>
                <a:latin typeface="Inter"/>
              </a:rPr>
              <a:t>6. Verify Communication: </a:t>
            </a:r>
            <a:r>
              <a:rPr sz="2700">
                <a:solidFill>
                  <a:srgbClr val="000000"/>
                </a:solidFill>
                <a:latin typeface="Inter"/>
              </a:rPr>
              <a:t>Explain the exact sequence of communication between browser and 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4128" y="1051560"/>
            <a:ext cx="1463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>
                <a:solidFill>
                  <a:srgbClr val="000000"/>
                </a:solidFill>
                <a:latin typeface="Anton"/>
              </a:rPr>
              <a:t>TOOLS &amp; SOFTWARE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1416" y="9875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00000"/>
                </a:solidFill>
                <a:latin typeface="Inter Medium"/>
              </a:rPr>
              <a:t>Page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2423160"/>
            <a:ext cx="1623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0">
                <a:solidFill>
                  <a:srgbClr val="000000"/>
                </a:solidFill>
                <a:latin typeface="Inter"/>
              </a:rPr>
              <a:t>Our Web Development Toolkit for Skill Lab Module 1: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24128" y="3154680"/>
          <a:ext cx="16230600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Sl. No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Tool / Software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Inter"/>
                        </a:rPr>
                        <a:t>Purpose in Web Development</a:t>
                      </a:r>
                    </a:p>
                  </a:txBody>
                  <a:tcPr>
                    <a:solidFill>
                      <a:srgbClr val="1818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Visual Studio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Web development and code editing (writing .html and .css files)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Git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Version control (tracking project history, commits, and branches)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Consolas"/>
                        </a:rPr>
                        <a:t>Node.js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JavaScript runtime environment (used from Module 3 onwards)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Web Browser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Running and testing web pages (Chrome / Edge / Firefox)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Browser Developer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Inspecting &amp; debugging HTML, CSS, JS, and network requests (F12)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HTML5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Standard markup language for web page structure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000000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CSS3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Inter"/>
                        </a:rPr>
                        <a:t>Stylesheet language for presentation, layout, and 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1052</Words>
  <Application>Microsoft Office PowerPoint</Application>
  <PresentationFormat>Custom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Inter Medium</vt:lpstr>
      <vt:lpstr>Arial</vt:lpstr>
      <vt:lpstr>Anton</vt:lpstr>
      <vt:lpstr>Calibri</vt:lpstr>
      <vt:lpstr>Inter</vt:lpstr>
      <vt:lpstr>Consolas</vt:lpstr>
      <vt:lpstr>DM Serif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Presentation</dc:title>
  <cp:lastModifiedBy>aryashetty020206@outlook.com</cp:lastModifiedBy>
  <cp:revision>2</cp:revision>
  <dcterms:created xsi:type="dcterms:W3CDTF">2006-08-16T00:00:00Z</dcterms:created>
  <dcterms:modified xsi:type="dcterms:W3CDTF">2026-10-22T02:38:37Z</dcterms:modified>
  <dc:identifier>DAHYg9-ELBc</dc:identifier>
</cp:coreProperties>
</file>